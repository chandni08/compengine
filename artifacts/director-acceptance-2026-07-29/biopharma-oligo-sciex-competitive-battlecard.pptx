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1. CASSS Mass Spec 2026 competitor evidence: https://www.casss.org/mass-spectrometry/attend
2. Alliance iS Bio HPLC System with Empower CDS: https://www.waters.com/nextgen/en/products/chromatography/chromatography-systems/alliance-is-hplc-system.html
3. Empower CDS: https://www.waters.com/nextgen/us/en/products/informatics-and-software/chromatography-software/empower-software-solutions/empower-cds.html
4. TIDES Europe competitor evidence: https://informaconnect.com/tides-europe/agenda/
5. TIDES Europe competitor evidence: https://informaconnect.com/tides-europe/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asss.org/mass-spectrometry/attend" TargetMode="External"/><Relationship Id="rId2" Type="http://schemas.openxmlformats.org/officeDocument/2006/relationships/hyperlink" Target="https://www.waters.com/nextgen/en/products/chromatography/chromatography-systems/alliance-is-hplc-system.html" TargetMode="External"/><Relationship Id="rId3" Type="http://schemas.openxmlformats.org/officeDocument/2006/relationships/hyperlink" Target="https://www.waters.com/nextgen/us/en/products/informatics-and-software/chromatography-software/empower-software-solutions/empower-cds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F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One-Page Competitive Battlecard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Biopharma · Oligo · SCIEX · Platform replacement, workflow modernization, or method-transfer evaluation where operational continuity and compliance risk shape the decision.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347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— NOT 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9500000">
            <a:off x="960120" y="2606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5B">
                    <a:alpha val="28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— NOT APPROVED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GOVERNING POSITION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3520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of difference: Differentiate on reducing workflow risk across method transfer, reliable routine execution, compliant operation,…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5968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7B4F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RESPONSE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5968" y="1627632"/>
            <a:ext cx="3520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specifications. Proposed — not approved: a…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10728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A2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/ APPROVAL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10728" y="1627632"/>
            <a:ext cx="3520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MESSAGES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401568"/>
            <a:ext cx="3520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user / analyst: Proposed — not approved: Make reliable routine execution and faster issue isolation concrete in the user's actual method a…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developer: Proposed — not approved: Position Next Gen LC around transferable methods with explicit equivalency boundaries and migration s…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15968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8A64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15968" y="3401568"/>
            <a:ext cx="3520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— validation required; no role-specific objection is observed in the filtered evidence. Response: Proposed — not approved: Make reliable routine execution and faster issue isolat…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10728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2C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/ CAVEATS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10728" y="3401568"/>
            <a:ext cx="3520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synthesized from public records; not a verbatim customer statement or approved Waters claim.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CASSS Mass Spec 2026: participation may be confirmed, but the specific competitor message or session is expected — not confirmed.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4498848"/>
            <a:ext cx="7306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A2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WARNINGS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773168"/>
            <a:ext cx="730605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 more included claims have no established legal/claims approval. The output must remain DRAFT — NOT APPROVED.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evidence records are Inapplicable and cannot be used as proof.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10728" y="44988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5E4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WORKFLOW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10728" y="4773168"/>
            <a:ext cx="3520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Owner needed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 date: Deadline needed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Draft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measure: Measure needed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CASSS Mass Spec 2026 competitor evidence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https://www.casss.org/mass-spectrometry/attend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Alliance iS Bio HPLC System with Empower CDS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https://www.waters.com/nextgen/en/products/chromatography/chromatography-systems/alliance-is-hplc-system.html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Empower CDS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https://www.waters.com/nextgen/us/en/products/informatics-and-software/chromatography-software/empower-software-solutions/empower-cds.html</a:t>
            </a:r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Waters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One-Page Competitive Battlecard</dc:title>
  <dc:subject>Biopharma · Oligo · SCIEX competitive battlecard</dc:subject>
  <dc:creator>Competition Engine</dc:creator>
  <cp:lastModifiedBy>Competition Engine</cp:lastModifiedBy>
  <cp:revision>1</cp:revision>
  <dcterms:created xsi:type="dcterms:W3CDTF">2026-07-30T03:01:24Z</dcterms:created>
  <dcterms:modified xsi:type="dcterms:W3CDTF">2026-07-30T03:01:24Z</dcterms:modified>
</cp:coreProperties>
</file>