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1. LCMS-8065XE Triple Quadrupole LC-MS/MS: https://www.shimadzu.com/news/2025/6n31zbu4tkmozoh2.html
2. Alliance iS HPLC System: https://www.waters.com/nextgen/en/products/chromatography/chromatography-systems/alliance-is-hplc-system.html
3. ACQUITY Premier LC and environmental sample-preparation workflow: https://www.waters.com/nextgen/us/en/products/chromatography/chromatography-systems/acquity-premier-system-with-multi-dimensional-technology.html
4. SETAC North America 2026 competitor evidence: https://www.shimadzu.com/an/sites/shimadzu.com.an/files/pim/pim_document_file/applications/application_note/26436/an_02-ssi-lcms-157-en.pdf
5. Xevo TQ Absolute XR: https://www.waters.com/nextgen/ee/en/library/application-notes/2025/enhanced-reliability-for-long-term-pfas-analysis-with-the-xevo-tq-absolute-xr-mass-spectrometer.html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himadzu.com/news/2025/6n31zbu4tkmozoh2.html" TargetMode="External"/><Relationship Id="rId2" Type="http://schemas.openxmlformats.org/officeDocument/2006/relationships/hyperlink" Target="https://www.waters.com/nextgen/en/products/chromatography/chromatography-systems/alliance-is-hplc-system.html" TargetMode="External"/><Relationship Id="rId3" Type="http://schemas.openxmlformats.org/officeDocument/2006/relationships/hyperlink" Target="https://www.waters.com/nextgen/us/en/products/chromatography/chromatography-systems/acquity-premier-system-with-multi-dimensional-technology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3F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One-Page Competitive Battlecard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30352" y="98755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A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· PFAS · Shimadzu · Platform replacement, workflow modernization, or method-transfer evaluation where operational continuity and compliance risk shape the decision.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347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B34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— NOT APPROVED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9500000">
            <a:off x="960120" y="260604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B5B">
                    <a:alpha val="28000"/>
                  </a:srgb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DRAFT — NOT APPROVED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GOVERNING POSITION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of difference: Differentiate on reducing workflow risk across method transfer, reliable routine execution, compliant operation,…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15968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7B4F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15968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specifications. Proposed — not approved: a…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10728" y="1353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2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/ APPROVAL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10728" y="1627632"/>
            <a:ext cx="3520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Gen LC should help laboratories execute reliable, transferable, compliant analytical workflows—not merely compete on UHPLC hardware specificatio…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0B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MESSAGES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 user / analyst: Proposed — not approved: Make reliable routine execution and faster issue isolation concrete in the user's actual method a…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developer: Proposed — not approved: Position Next Gen LC around transferable methods with explicit equivalency boundaries and migration s…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15968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8A64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15968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— validation required; no role-specific objection is observed in the filtered evidence. Response: Proposed — not approved: Make reliable routine execution and faster issue isolat…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10728" y="31272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2C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/ CAVEATS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10728" y="3401568"/>
            <a:ext cx="3520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synthesized from public records; not a verbatim customer statement or approved Waters claim.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SETAC North America 2026: participation may be confirmed, but the specific competitor message or session is expected — not confirmed.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4498848"/>
            <a:ext cx="7306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2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WARNINGS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773168"/>
            <a:ext cx="730605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or more included claims have no established legal/claims approval. The output must remain DRAFT — NOT APPROVED.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included claims are Unsupported after compatibility review.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evidence records are Inapplicable and cannot be used as proof.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10728" y="44988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5E4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WORKFLOW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10728" y="4773168"/>
            <a:ext cx="3520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Owner: Owner needed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 date: Deadline needed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Draft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measure: Measure needed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619963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LCMS-8065XE Triple Quadrupole LC-MS/MS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https://www.shimadzu.com/news/2025/6n31zbu4tkmozoh2.html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Alliance iS HPLC System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https://www.waters.com/nextgen/en/products/chromatography/chromatography-systems/alliance-is-hplc-system.html</a:t>
            </a:r>
            <a:pPr indent="0" marL="0">
              <a:buNone/>
            </a:pPr>
            <a:r>
              <a:rPr lang="en-US" sz="850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pPr indent="0" marL="0">
              <a:buNone/>
            </a:pPr>
            <a:r>
              <a:rPr lang="en-US" sz="850" b="1" dirty="0">
                <a:solidFill>
                  <a:srgbClr val="5F7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ACQUITY Premier LC and environmental sample-preparation workflow </a:t>
            </a:r>
            <a:pPr indent="0" marL="0">
              <a:buNone/>
            </a:pPr>
            <a:r>
              <a:rPr lang="en-US" sz="850" u="sng" dirty="0">
                <a:solidFill>
                  <a:srgbClr val="1769AA"/>
                </a:solidFill>
                <a:uFill>
                  <a:solidFill>
                    <a:srgbClr val="1769AA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https://www.waters.com/nextgen/us/en/products/chromatography/chromatography-systems/acquity-premier-system-with-multi-dimensional-technology.html</a:t>
            </a:r>
            <a:pPr indent="0" marL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Waters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 Competitive Battlecard</dc:title>
  <dc:subject>Environmental · PFAS · Shimadzu competitive battlecard</dc:subject>
  <dc:creator>Competition Engine</dc:creator>
  <cp:lastModifiedBy>Competition Engine</cp:lastModifiedBy>
  <cp:revision>1</cp:revision>
  <dcterms:created xsi:type="dcterms:W3CDTF">2026-07-30T03:01:35Z</dcterms:created>
  <dcterms:modified xsi:type="dcterms:W3CDTF">2026-07-30T03:01:35Z</dcterms:modified>
</cp:coreProperties>
</file>