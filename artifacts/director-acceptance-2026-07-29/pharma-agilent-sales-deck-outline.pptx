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1. Reddit discussion: New HPLC system for routine work: https://www.reddit.com/r/CHROMATOGRAPHY/comments/1q24noh/reccomendations_for_new_hplc_system_for_routine/
2. Reddit discussion: Agilent 1260 HPLC versus Thermo Vanquish Flex: https://www.reddit.com/r/CHROMATOGRAPHY/comments/1h6lnr0/agilent_1260_hplc_vs_thermo_vanquish_flex/
3. Waters proof point 2: https://ir.waters.com/News--Events/newsroom/news-details/2021/Waters-BioAccord-System-with-ACQUITY-Premier-Brings-Greater-Simplicity-Accuracy-and-Reproducibility-to-Multi-Attribute-Monitoring-of-Biopharmaceuticals/default.aspx
4. Automated LC/MS Quality Control of Anti-Sense Oligonucleotides: https://www.agilent.com/en/product/software-informatics/chromatography-software/chromatography-add-on/oligo-analysis-accelerator-for-openlab-cds
5. Enhanced Data Quality in LC-MS/MS Analysis of Nitrosamines: https://www.agilent.com/cs/library/applications/an-infinitylab-quick-change-nitrosamines-analysis-lc-ms-ms-5994-9264en-agilent.pdf
6. Drug Metabolite Identification with a Streamlined Software Workflow: https://www.agilent.com/en/product/liquid-chromatography-mass-spectrometry-lc-ms/lc-ms-instruments/quadrupole-time-of-flight-lc-ms/revident-lc-q-tof
7. Pesticide Screening with Fast Polarity Switching Using Agilent Revident LC/Q-TOF: https://www.agilent.com/cs/library/applications/an-pesticide-screening-revident-lc-qtof-5994-8751en-agilent.pdf
8. 6230C LC/TOF Mass Spectrometer in MAM workflow: https://www.agilent.com/about/newsroom/presrel/2026/29may-ca26021.html
9. 1290 Infinity III Fluorescence Detector: https://www.agilent.com/about/newsroom/presrel/2026/21may-ca26016.html
10. Linear dynamic range: https://www.agilent.com/en/product/liquid-chromatography-mass-spectrometry-lc-ms/lc-ms-instruments/time-of-flight-lc-ms/6230-time-of-flight-tof-lc-ms
11. IMSC 2026 competitor evidence: https://www.shimadzu.eu/news-events/2026/IMSC.html
12. Lab of the Future Europe competitor evidence: https://www.agilent.com/about/newsroom/presrel/2026/28may-ca26020.html
13. A direct SPE clean-up after protein precipitation methodology to remove endogenous steroid sulfate MRM interferences for PFAS analysis of serum samples by isotope dilution LC-MS/MS: https://pubmed.ncbi.nlm.nih.gov/42398371/
14. Agilent to Announce Third-Quarter Fiscal Year 2026 Financial Results on Aug. 26: https://www.agilent.com/about/newsroom/presrel/2026/28jul-gp26015.html
15. Agilent Receives EU Approval for PD-L1 IHC 22C3 pharmDx in Epithelial Ovarian, Fallopian Tube, or Primary Peritoneal Carcinoma: https://www.agilent.com/about/newsroom/presrel/2026/23jul-ca26027.html
16. Reddit discussion: UPLC Waters high-pressure problem: https://www.reddit.com/r/CHROMATOGRAPHY/comments/1uk333s/update_uplc_waters_high_pressure_problem/
17. Reddit discussion: compatibility between Waters and Agilent testing methods: https://www.reddit.com/r/CHROMATOGRAPHY/comments/1tk17h8/how_to_solve_the_problem_of_compatibility_between/
18. Reddit discussion: Waters ACQUITY Arc LCMS UV baseline oscillations: https://www.reddit.com/r/CHROMATOGRAPHY/comments/1somxpf/waters_acquity_arc_lcms_214_nm_uv_baseline/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1. Reddit discussion: New HPLC system for routine work: https://www.reddit.com/r/CHROMATOGRAPHY/comments/1q24noh/reccomendations_for_new_hplc_system_for_routine/
2. Reddit discussion: Agilent 1260 HPLC versus Thermo Vanquish Flex: https://www.reddit.com/r/CHROMATOGRAPHY/comments/1h6lnr0/agilent_1260_hplc_vs_thermo_vanquish_flex/
3. Waters proof point 2: https://ir.waters.com/News--Events/newsroom/news-details/2021/Waters-BioAccord-System-with-ACQUITY-Premier-Brings-Greater-Simplicity-Accuracy-and-Reproducibility-to-Multi-Attribute-Monitoring-of-Biopharmaceuticals/default.aspx
4. Automated LC/MS Quality Control of Anti-Sense Oligonucleotides: https://www.agilent.com/en/product/software-informatics/chromatography-software/chromatography-add-on/oligo-analysis-accelerator-for-openlab-cds
5. Enhanced Data Quality in LC-MS/MS Analysis of Nitrosamines: https://www.agilent.com/cs/library/applications/an-infinitylab-quick-change-nitrosamines-analysis-lc-ms-ms-5994-9264en-agilent.pdf
6. Drug Metabolite Identification with a Streamlined Software Workflow: https://www.agilent.com/en/product/liquid-chromatography-mass-spectrometry-lc-ms/lc-ms-instruments/quadrupole-time-of-flight-lc-ms/revident-lc-q-tof
7. Pesticide Screening with Fast Polarity Switching Using Agilent Revident LC/Q-TOF: https://www.agilent.com/cs/library/applications/an-pesticide-screening-revident-lc-qtof-5994-8751en-agilent.pdf
8. 6230C LC/TOF Mass Spectrometer in MAM workflow: https://www.agilent.com/about/newsroom/presrel/2026/29may-ca26021.html
9. 1290 Infinity III Fluorescence Detector: https://www.agilent.com/about/newsroom/presrel/2026/21may-ca26016.html
10. Linear dynamic range: https://www.agilent.com/en/product/liquid-chromatography-mass-spectrometry-lc-ms/lc-ms-instruments/time-of-flight-lc-ms/6230-time-of-flight-tof-lc-ms
11. IMSC 2026 competitor evidence: https://www.shimadzu.eu/news-events/2026/IMSC.html
12. Lab of the Future Europe competitor evidence: https://www.agilent.com/about/newsroom/presrel/2026/28may-ca26020.html
13. A direct SPE clean-up after protein precipitation methodology to remove endogenous steroid sulfate MRM interferences for PFAS analysis of serum samples by isotope dilution LC-MS/MS: https://pubmed.ncbi.nlm.nih.gov/42398371/
14. Agilent to Announce Third-Quarter Fiscal Year 2026 Financial Results on Aug. 26: https://www.agilent.com/about/newsroom/presrel/2026/28jul-gp26015.html
15. Agilent Receives EU Approval for PD-L1 IHC 22C3 pharmDx in Epithelial Ovarian, Fallopian Tube, or Primary Peritoneal Carcinoma: https://www.agilent.com/about/newsroom/presrel/2026/23jul-ca26027.html
16. Reddit discussion: UPLC Waters high-pressure problem: https://www.reddit.com/r/CHROMATOGRAPHY/comments/1uk333s/update_uplc_waters_high_pressure_problem/
17. Reddit discussion: compatibility between Waters and Agilent testing methods: https://www.reddit.com/r/CHROMATOGRAPHY/comments/1tk17h8/how_to_solve_the_problem_of_compatibility_between/
18. Reddit discussion: Waters ACQUITY Arc LCMS UV baseline oscillations: https://www.reddit.com/r/CHROMATOGRAPHY/comments/1somxpf/waters_acquity_arc_lcms_214_nm_uv_baseline/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1. Reddit discussion: New HPLC system for routine work: https://www.reddit.com/r/CHROMATOGRAPHY/comments/1q24noh/reccomendations_for_new_hplc_system_for_routine/
2. Reddit discussion: Agilent 1260 HPLC versus Thermo Vanquish Flex: https://www.reddit.com/r/CHROMATOGRAPHY/comments/1h6lnr0/agilent_1260_hplc_vs_thermo_vanquish_flex/
3. Waters proof point 2: https://ir.waters.com/News--Events/newsroom/news-details/2021/Waters-BioAccord-System-with-ACQUITY-Premier-Brings-Greater-Simplicity-Accuracy-and-Reproducibility-to-Multi-Attribute-Monitoring-of-Biopharmaceuticals/default.aspx
4. Automated LC/MS Quality Control of Anti-Sense Oligonucleotides: https://www.agilent.com/en/product/software-informatics/chromatography-software/chromatography-add-on/oligo-analysis-accelerator-for-openlab-cds
5. Enhanced Data Quality in LC-MS/MS Analysis of Nitrosamines: https://www.agilent.com/cs/library/applications/an-infinitylab-quick-change-nitrosamines-analysis-lc-ms-ms-5994-9264en-agilent.pdf
6. Drug Metabolite Identification with a Streamlined Software Workflow: https://www.agilent.com/en/product/liquid-chromatography-mass-spectrometry-lc-ms/lc-ms-instruments/quadrupole-time-of-flight-lc-ms/revident-lc-q-tof
7. Pesticide Screening with Fast Polarity Switching Using Agilent Revident LC/Q-TOF: https://www.agilent.com/cs/library/applications/an-pesticide-screening-revident-lc-qtof-5994-8751en-agilent.pdf
8. 6230C LC/TOF Mass Spectrometer in MAM workflow: https://www.agilent.com/about/newsroom/presrel/2026/29may-ca26021.html
9. 1290 Infinity III Fluorescence Detector: https://www.agilent.com/about/newsroom/presrel/2026/21may-ca26016.html
10. Linear dynamic range: https://www.agilent.com/en/product/liquid-chromatography-mass-spectrometry-lc-ms/lc-ms-instruments/time-of-flight-lc-ms/6230-time-of-flight-tof-lc-ms
11. IMSC 2026 competitor evidence: https://www.shimadzu.eu/news-events/2026/IMSC.html
12. Lab of the Future Europe competitor evidence: https://www.agilent.com/about/newsroom/presrel/2026/28may-ca26020.html
13. A direct SPE clean-up after protein precipitation methodology to remove endogenous steroid sulfate MRM interferences for PFAS analysis of serum samples by isotope dilution LC-MS/MS: https://pubmed.ncbi.nlm.nih.gov/42398371/
14. Agilent to Announce Third-Quarter Fiscal Year 2026 Financial Results on Aug. 26: https://www.agilent.com/about/newsroom/presrel/2026/28jul-gp26015.html
15. Agilent Receives EU Approval for PD-L1 IHC 22C3 pharmDx in Epithelial Ovarian, Fallopian Tube, or Primary Peritoneal Carcinoma: https://www.agilent.com/about/newsroom/presrel/2026/23jul-ca26027.html
16. Reddit discussion: UPLC Waters high-pressure problem: https://www.reddit.com/r/CHROMATOGRAPHY/comments/1uk333s/update_uplc_waters_high_pressure_problem/
17. Reddit discussion: compatibility between Waters and Agilent testing methods: https://www.reddit.com/r/CHROMATOGRAPHY/comments/1tk17h8/how_to_solve_the_problem_of_compatibility_between/
18. Reddit discussion: Waters ACQUITY Arc LCMS UV baseline oscillations: https://www.reddit.com/r/CHROMATOGRAPHY/comments/1somxpf/waters_acquity_arc_lcms_214_nm_uv_baseline/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1. Reddit discussion: New HPLC system for routine work: https://www.reddit.com/r/CHROMATOGRAPHY/comments/1q24noh/reccomendations_for_new_hplc_system_for_routine/
2. Reddit discussion: Agilent 1260 HPLC versus Thermo Vanquish Flex: https://www.reddit.com/r/CHROMATOGRAPHY/comments/1h6lnr0/agilent_1260_hplc_vs_thermo_vanquish_flex/
3. Waters proof point 2: https://ir.waters.com/News--Events/newsroom/news-details/2021/Waters-BioAccord-System-with-ACQUITY-Premier-Brings-Greater-Simplicity-Accuracy-and-Reproducibility-to-Multi-Attribute-Monitoring-of-Biopharmaceuticals/default.aspx
4. Automated LC/MS Quality Control of Anti-Sense Oligonucleotides: https://www.agilent.com/en/product/software-informatics/chromatography-software/chromatography-add-on/oligo-analysis-accelerator-for-openlab-cds
5. Enhanced Data Quality in LC-MS/MS Analysis of Nitrosamines: https://www.agilent.com/cs/library/applications/an-infinitylab-quick-change-nitrosamines-analysis-lc-ms-ms-5994-9264en-agilent.pdf
6. Drug Metabolite Identification with a Streamlined Software Workflow: https://www.agilent.com/en/product/liquid-chromatography-mass-spectrometry-lc-ms/lc-ms-instruments/quadrupole-time-of-flight-lc-ms/revident-lc-q-tof
7. Pesticide Screening with Fast Polarity Switching Using Agilent Revident LC/Q-TOF: https://www.agilent.com/cs/library/applications/an-pesticide-screening-revident-lc-qtof-5994-8751en-agilent.pdf
8. 6230C LC/TOF Mass Spectrometer in MAM workflow: https://www.agilent.com/about/newsroom/presrel/2026/29may-ca26021.html
9. 1290 Infinity III Fluorescence Detector: https://www.agilent.com/about/newsroom/presrel/2026/21may-ca26016.html
10. Linear dynamic range: https://www.agilent.com/en/product/liquid-chromatography-mass-spectrometry-lc-ms/lc-ms-instruments/time-of-flight-lc-ms/6230-time-of-flight-tof-lc-ms
11. IMSC 2026 competitor evidence: https://www.shimadzu.eu/news-events/2026/IMSC.html
12. Lab of the Future Europe competitor evidence: https://www.agilent.com/about/newsroom/presrel/2026/28may-ca26020.html
13. A direct SPE clean-up after protein precipitation methodology to remove endogenous steroid sulfate MRM interferences for PFAS analysis of serum samples by isotope dilution LC-MS/MS: https://pubmed.ncbi.nlm.nih.gov/42398371/
14. Agilent to Announce Third-Quarter Fiscal Year 2026 Financial Results on Aug. 26: https://www.agilent.com/about/newsroom/presrel/2026/28jul-gp26015.html
15. Agilent Receives EU Approval for PD-L1 IHC 22C3 pharmDx in Epithelial Ovarian, Fallopian Tube, or Primary Peritoneal Carcinoma: https://www.agilent.com/about/newsroom/presrel/2026/23jul-ca26027.html
16. Reddit discussion: UPLC Waters high-pressure problem: https://www.reddit.com/r/CHROMATOGRAPHY/comments/1uk333s/update_uplc_waters_high_pressure_problem/
17. Reddit discussion: compatibility between Waters and Agilent testing methods: https://www.reddit.com/r/CHROMATOGRAPHY/comments/1tk17h8/how_to_solve_the_problem_of_compatibility_between/
18. Reddit discussion: Waters ACQUITY Arc LCMS UV baseline oscillations: https://www.reddit.com/r/CHROMATOGRAPHY/comments/1somxpf/waters_acquity_arc_lcms_214_nm_uv_baseline/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1. Reddit discussion: New HPLC system for routine work: https://www.reddit.com/r/CHROMATOGRAPHY/comments/1q24noh/reccomendations_for_new_hplc_system_for_routine/
2. Reddit discussion: Agilent 1260 HPLC versus Thermo Vanquish Flex: https://www.reddit.com/r/CHROMATOGRAPHY/comments/1h6lnr0/agilent_1260_hplc_vs_thermo_vanquish_flex/
3. Waters proof point 2: https://ir.waters.com/News--Events/newsroom/news-details/2021/Waters-BioAccord-System-with-ACQUITY-Premier-Brings-Greater-Simplicity-Accuracy-and-Reproducibility-to-Multi-Attribute-Monitoring-of-Biopharmaceuticals/default.aspx
4. Automated LC/MS Quality Control of Anti-Sense Oligonucleotides: https://www.agilent.com/en/product/software-informatics/chromatography-software/chromatography-add-on/oligo-analysis-accelerator-for-openlab-cds
5. Enhanced Data Quality in LC-MS/MS Analysis of Nitrosamines: https://www.agilent.com/cs/library/applications/an-infinitylab-quick-change-nitrosamines-analysis-lc-ms-ms-5994-9264en-agilent.pdf
6. Drug Metabolite Identification with a Streamlined Software Workflow: https://www.agilent.com/en/product/liquid-chromatography-mass-spectrometry-lc-ms/lc-ms-instruments/quadrupole-time-of-flight-lc-ms/revident-lc-q-tof
7. Pesticide Screening with Fast Polarity Switching Using Agilent Revident LC/Q-TOF: https://www.agilent.com/cs/library/applications/an-pesticide-screening-revident-lc-qtof-5994-8751en-agilent.pdf
8. 6230C LC/TOF Mass Spectrometer in MAM workflow: https://www.agilent.com/about/newsroom/presrel/2026/29may-ca26021.html
9. 1290 Infinity III Fluorescence Detector: https://www.agilent.com/about/newsroom/presrel/2026/21may-ca26016.html
10. Linear dynamic range: https://www.agilent.com/en/product/liquid-chromatography-mass-spectrometry-lc-ms/lc-ms-instruments/time-of-flight-lc-ms/6230-time-of-flight-tof-lc-ms
11. IMSC 2026 competitor evidence: https://www.shimadzu.eu/news-events/2026/IMSC.html
12. Lab of the Future Europe competitor evidence: https://www.agilent.com/about/newsroom/presrel/2026/28may-ca26020.html
13. A direct SPE clean-up after protein precipitation methodology to remove endogenous steroid sulfate MRM interferences for PFAS analysis of serum samples by isotope dilution LC-MS/MS: https://pubmed.ncbi.nlm.nih.gov/42398371/
14. Agilent to Announce Third-Quarter Fiscal Year 2026 Financial Results on Aug. 26: https://www.agilent.com/about/newsroom/presrel/2026/28jul-gp26015.html
15. Agilent Receives EU Approval for PD-L1 IHC 22C3 pharmDx in Epithelial Ovarian, Fallopian Tube, or Primary Peritoneal Carcinoma: https://www.agilent.com/about/newsroom/presrel/2026/23jul-ca26027.html
16. Reddit discussion: UPLC Waters high-pressure problem: https://www.reddit.com/r/CHROMATOGRAPHY/comments/1uk333s/update_uplc_waters_high_pressure_problem/
17. Reddit discussion: compatibility between Waters and Agilent testing methods: https://www.reddit.com/r/CHROMATOGRAPHY/comments/1tk17h8/how_to_solve_the_problem_of_compatibility_between/
18. Reddit discussion: Waters ACQUITY Arc LCMS UV baseline oscillations: https://www.reddit.com/r/CHROMATOGRAPHY/comments/1somxpf/waters_acquity_arc_lcms_214_nm_uv_baseline/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1. Reddit discussion: New HPLC system for routine work: https://www.reddit.com/r/CHROMATOGRAPHY/comments/1q24noh/reccomendations_for_new_hplc_system_for_routine/
2. Reddit discussion: Agilent 1260 HPLC versus Thermo Vanquish Flex: https://www.reddit.com/r/CHROMATOGRAPHY/comments/1h6lnr0/agilent_1260_hplc_vs_thermo_vanquish_flex/
3. Waters proof point 2: https://ir.waters.com/News--Events/newsroom/news-details/2021/Waters-BioAccord-System-with-ACQUITY-Premier-Brings-Greater-Simplicity-Accuracy-and-Reproducibility-to-Multi-Attribute-Monitoring-of-Biopharmaceuticals/default.aspx
4. Automated LC/MS Quality Control of Anti-Sense Oligonucleotides: https://www.agilent.com/en/product/software-informatics/chromatography-software/chromatography-add-on/oligo-analysis-accelerator-for-openlab-cds
5. Enhanced Data Quality in LC-MS/MS Analysis of Nitrosamines: https://www.agilent.com/cs/library/applications/an-infinitylab-quick-change-nitrosamines-analysis-lc-ms-ms-5994-9264en-agilent.pdf
6. Drug Metabolite Identification with a Streamlined Software Workflow: https://www.agilent.com/en/product/liquid-chromatography-mass-spectrometry-lc-ms/lc-ms-instruments/quadrupole-time-of-flight-lc-ms/revident-lc-q-tof
7. Pesticide Screening with Fast Polarity Switching Using Agilent Revident LC/Q-TOF: https://www.agilent.com/cs/library/applications/an-pesticide-screening-revident-lc-qtof-5994-8751en-agilent.pdf
8. 6230C LC/TOF Mass Spectrometer in MAM workflow: https://www.agilent.com/about/newsroom/presrel/2026/29may-ca26021.html
9. 1290 Infinity III Fluorescence Detector: https://www.agilent.com/about/newsroom/presrel/2026/21may-ca26016.html
10. Linear dynamic range: https://www.agilent.com/en/product/liquid-chromatography-mass-spectrometry-lc-ms/lc-ms-instruments/time-of-flight-lc-ms/6230-time-of-flight-tof-lc-ms
11. IMSC 2026 competitor evidence: https://www.shimadzu.eu/news-events/2026/IMSC.html
12. Lab of the Future Europe competitor evidence: https://www.agilent.com/about/newsroom/presrel/2026/28may-ca26020.html
13. A direct SPE clean-up after protein precipitation methodology to remove endogenous steroid sulfate MRM interferences for PFAS analysis of serum samples by isotope dilution LC-MS/MS: https://pubmed.ncbi.nlm.nih.gov/42398371/
14. Agilent to Announce Third-Quarter Fiscal Year 2026 Financial Results on Aug. 26: https://www.agilent.com/about/newsroom/presrel/2026/28jul-gp26015.html
15. Agilent Receives EU Approval for PD-L1 IHC 22C3 pharmDx in Epithelial Ovarian, Fallopian Tube, or Primary Peritoneal Carcinoma: https://www.agilent.com/about/newsroom/presrel/2026/23jul-ca26027.html
16. Reddit discussion: UPLC Waters high-pressure problem: https://www.reddit.com/r/CHROMATOGRAPHY/comments/1uk333s/update_uplc_waters_high_pressure_problem/
17. Reddit discussion: compatibility between Waters and Agilent testing methods: https://www.reddit.com/r/CHROMATOGRAPHY/comments/1tk17h8/how_to_solve_the_problem_of_compatibility_between/
18. Reddit discussion: Waters ACQUITY Arc LCMS UV baseline oscillations: https://www.reddit.com/r/CHROMATOGRAPHY/comments/1somxpf/waters_acquity_arc_lcms_214_nm_uv_baseline/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eddit.com/r/CHROMATOGRAPHY/comments/1q24noh/reccomendations_for_new_hplc_system_for_routine/" TargetMode="External"/><Relationship Id="rId2" Type="http://schemas.openxmlformats.org/officeDocument/2006/relationships/hyperlink" Target="https://www.reddit.com/r/CHROMATOGRAPHY/comments/1h6lnr0/agilent_1260_hplc_vs_thermo_vanquish_flex/" TargetMode="External"/><Relationship Id="rId3" Type="http://schemas.openxmlformats.org/officeDocument/2006/relationships/hyperlink" Target="https://ir.waters.com/News--Events/newsroom/news-details/2021/Waters-BioAccord-System-with-ACQUITY-Premier-Brings-Greater-Simplicity-Accuracy-and-Reproducibility-to-Multi-Attribute-Monitoring-of-Biopharmaceuticals/default.asp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eddit.com/r/CHROMATOGRAPHY/comments/1q24noh/reccomendations_for_new_hplc_system_for_routine/" TargetMode="External"/><Relationship Id="rId2" Type="http://schemas.openxmlformats.org/officeDocument/2006/relationships/hyperlink" Target="https://www.reddit.com/r/CHROMATOGRAPHY/comments/1h6lnr0/agilent_1260_hplc_vs_thermo_vanquish_flex/" TargetMode="External"/><Relationship Id="rId3" Type="http://schemas.openxmlformats.org/officeDocument/2006/relationships/hyperlink" Target="https://ir.waters.com/News--Events/newsroom/news-details/2021/Waters-BioAccord-System-with-ACQUITY-Premier-Brings-Greater-Simplicity-Accuracy-and-Reproducibility-to-Multi-Attribute-Monitoring-of-Biopharmaceuticals/default.asp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eddit.com/r/CHROMATOGRAPHY/comments/1q24noh/reccomendations_for_new_hplc_system_for_routine/" TargetMode="External"/><Relationship Id="rId2" Type="http://schemas.openxmlformats.org/officeDocument/2006/relationships/hyperlink" Target="https://www.reddit.com/r/CHROMATOGRAPHY/comments/1h6lnr0/agilent_1260_hplc_vs_thermo_vanquish_flex/" TargetMode="External"/><Relationship Id="rId3" Type="http://schemas.openxmlformats.org/officeDocument/2006/relationships/hyperlink" Target="https://ir.waters.com/News--Events/newsroom/news-details/2021/Waters-BioAccord-System-with-ACQUITY-Premier-Brings-Greater-Simplicity-Accuracy-and-Reproducibility-to-Multi-Attribute-Monitoring-of-Biopharmaceuticals/default.asp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eddit.com/r/CHROMATOGRAPHY/comments/1q24noh/reccomendations_for_new_hplc_system_for_routine/" TargetMode="External"/><Relationship Id="rId2" Type="http://schemas.openxmlformats.org/officeDocument/2006/relationships/hyperlink" Target="https://www.reddit.com/r/CHROMATOGRAPHY/comments/1h6lnr0/agilent_1260_hplc_vs_thermo_vanquish_flex/" TargetMode="External"/><Relationship Id="rId3" Type="http://schemas.openxmlformats.org/officeDocument/2006/relationships/hyperlink" Target="https://ir.waters.com/News--Events/newsroom/news-details/2021/Waters-BioAccord-System-with-ACQUITY-Premier-Brings-Greater-Simplicity-Accuracy-and-Reproducibility-to-Multi-Attribute-Monitoring-of-Biopharmaceuticals/default.asp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eddit.com/r/CHROMATOGRAPHY/comments/1q24noh/reccomendations_for_new_hplc_system_for_routine/" TargetMode="External"/><Relationship Id="rId2" Type="http://schemas.openxmlformats.org/officeDocument/2006/relationships/hyperlink" Target="https://www.reddit.com/r/CHROMATOGRAPHY/comments/1h6lnr0/agilent_1260_hplc_vs_thermo_vanquish_flex/" TargetMode="External"/><Relationship Id="rId3" Type="http://schemas.openxmlformats.org/officeDocument/2006/relationships/hyperlink" Target="https://ir.waters.com/News--Events/newsroom/news-details/2021/Waters-BioAccord-System-with-ACQUITY-Premier-Brings-Greater-Simplicity-Accuracy-and-Reproducibility-to-Multi-Attribute-Monitoring-of-Biopharmaceuticals/default.asp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eddit.com/r/CHROMATOGRAPHY/comments/1q24noh/reccomendations_for_new_hplc_system_for_routine/" TargetMode="External"/><Relationship Id="rId2" Type="http://schemas.openxmlformats.org/officeDocument/2006/relationships/hyperlink" Target="https://www.reddit.com/r/CHROMATOGRAPHY/comments/1h6lnr0/agilent_1260_hplc_vs_thermo_vanquish_flex/" TargetMode="External"/><Relationship Id="rId3" Type="http://schemas.openxmlformats.org/officeDocument/2006/relationships/hyperlink" Target="https://ir.waters.com/News--Events/newsroom/news-details/2021/Waters-BioAccord-System-with-ACQUITY-Premier-Brings-Greater-Simplicity-Accuracy-and-Reproducibility-to-Multi-Attribute-Monitoring-of-Biopharmaceuticals/default.asp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F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Sales-Deck Outline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Sales-deck outline · Draft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92640" y="347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— NOT APPROVED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9500000">
            <a:off x="960120" y="2606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B5B">
                    <a:alpha val="28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— NOT APPROVED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88136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4B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Gen LC should help laboratories execute reliable, transferable, compliant analytical workflows—not merely compete on UHPLC hardware specifications.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0" y="38862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A2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WARNINGS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85039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or more included claims have no established legal/claims approval. The output must remain DRAFT — NOT APPROVED.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included claim is Unsupported after compatibility review.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evidence record is Inapplicable and cannot be used as proof.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Reddit discussion: New HPLC system for routine work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https://www.reddit.com/r/CHROMATOGRAPHY/comments/1q24noh/reccomendations_for_new_hplc_system_for_routine/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Reddit discussion: Agilent 1260 HPLC versus Thermo Vanquish Flex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https://www.reddit.com/r/CHROMATOGRAPHY/comments/1h6lnr0/agilent_1260_hplc_vs_thermo_vanquish_flex/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Waters proof point 2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https://ir.waters.com/News--Events/newsroom/news-details/2021/Waters-BioAccord-System-with-ACQUITY-Premier-Brings-Greater-Simplicity-Accuracy-and-Reproducibility-to-Multi-Attribute-Monitoring-of-Biopharmaceuticals/default.aspx</a:t>
            </a:r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F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 with the governed position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 · Agilent · slide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92640" y="347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— NOT APPROVED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9500000">
            <a:off x="960120" y="2606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B5B">
                    <a:alpha val="28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— NOT APPROVED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WITH THE GOVERNED POSITION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5156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of parity: Expected modern LC separation performance, pressure range, usability, connectivity, and serviceability required to enter a contemporary HPLC/UHPLC evalu…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of difference: Differentiate on reducing workflow risk across method transfer, reliable routine execution, compliant operation, and data review rather than asserti…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Reddit discussion: New HPLC system for routine work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https://www.reddit.com/r/CHROMATOGRAPHY/comments/1q24noh/reccomendations_for_new_hplc_system_for_routine/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Reddit discussion: Agilent 1260 HPLC versus Thermo Vanquish Flex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https://www.reddit.com/r/CHROMATOGRAPHY/comments/1h6lnr0/agilent_1260_hplc_vs_thermo_vanquish_flex/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Waters proof point 2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https://ir.waters.com/News--Events/newsroom/news-details/2021/Waters-BioAccord-System-with-ACQUITY-Premier-Brings-Greater-Simplicity-Accuracy-and-Reproducibility-to-Multi-Attribute-Monitoring-of-Biopharmaceuticals/default.aspx</a:t>
            </a:r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F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 the message by buyer role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 · Agilent · slide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92640" y="347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— NOT APPROVED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9500000">
            <a:off x="960120" y="2606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B5B">
                    <a:alpha val="28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— NOT APPROVED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THE MESSAGE BY BUYER ROLE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5156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 user / analyst: Proposed — not approved: Make reliable routine execution and faster issue isolation concrete in the user's actual method and software workflow. Cur…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developer: Proposed — not approved: Position Next Gen LC around transferable methods with explicit equivalency boundaries and migration support. Current calculate…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QC/QA or validation veto: Proposed — not approved: Show how the workflow supports controlled, traceable operation without promising regulatory outcomes. Current calculat…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Reddit discussion: New HPLC system for routine work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https://www.reddit.com/r/CHROMATOGRAPHY/comments/1q24noh/reccomendations_for_new_hplc_system_for_routine/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Reddit discussion: Agilent 1260 HPLC versus Thermo Vanquish Flex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https://www.reddit.com/r/CHROMATOGRAPHY/comments/1h6lnr0/agilent_1260_hplc_vs_thermo_vanquish_flex/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Waters proof point 2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https://ir.waters.com/News--Events/newsroom/news-details/2021/Waters-BioAccord-System-with-ACQUITY-Premier-Brings-Greater-Simplicity-Accuracy-and-Reproducibility-to-Multi-Attribute-Monitoring-of-Biopharmaceuticals/default.aspx</a:t>
            </a:r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F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the competitor narrative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 · Agilent · slide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92640" y="347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— NOT APPROVED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9500000">
            <a:off x="960120" y="2606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B5B">
                    <a:alpha val="28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— NOT APPROVED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THE COMPETITOR NARRATIVE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5156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specifications. Proposed — not a…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Reddit discussion: New HPLC system for routine work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https://www.reddit.com/r/CHROMATOGRAPHY/comments/1q24noh/reccomendations_for_new_hplc_system_for_routine/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Reddit discussion: Agilent 1260 HPLC versus Thermo Vanquish Flex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https://www.reddit.com/r/CHROMATOGRAPHY/comments/1h6lnr0/agilent_1260_hplc_vs_thermo_vanquish_flex/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Waters proof point 2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https://ir.waters.com/News--Events/newsroom/news-details/2021/Waters-BioAccord-System-with-ACQUITY-Premier-Brings-Greater-Simplicity-Accuracy-and-Reproducibility-to-Multi-Attribute-Monitoring-of-Biopharmaceuticals/default.aspx</a:t>
            </a:r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F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governed claims and proof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 · Agilent · slide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92640" y="347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— NOT APPROVED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9500000">
            <a:off x="960120" y="2606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B5B">
                    <a:alpha val="28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— NOT APPROVED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A2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GOVERNED CLAIMS AND PROOF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5156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specifications. Proposed — not a…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synthesized from public records; not a verbatim customer statement or approved Waters claim.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IMSC 2026: participation may be confirmed, but the specific competitor message or session is expected — not confirmed.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Reddit discussion: New HPLC system for routine work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https://www.reddit.com/r/CHROMATOGRAPHY/comments/1q24noh/reccomendations_for_new_hplc_system_for_routine/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Reddit discussion: Agilent 1260 HPLC versus Thermo Vanquish Flex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https://www.reddit.com/r/CHROMATOGRAPHY/comments/1h6lnr0/agilent_1260_hplc_vs_thermo_vanquish_flex/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Waters proof point 2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https://ir.waters.com/News--Events/newsroom/news-details/2021/Waters-BioAccord-System-with-ACQUITY-Premier-Brings-Greater-Simplicity-Accuracy-and-Reproducibility-to-Multi-Attribute-Monitoring-of-Biopharmaceuticals/default.aspx</a:t>
            </a:r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F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Handle objections; close the next step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 · Agilent · slide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92640" y="347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— NOT APPROVED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9500000">
            <a:off x="960120" y="2606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B5B">
                    <a:alpha val="28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— NOT APPROVED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OBJECTIONS; CLOSE THE NEXT STEP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5156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Troubleshooting burden around leaks, pressure stability, and repeat root-cause isolation Response: Proposed — not approved: Make reliable routine execution and faster is…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HPLC users need modernization without disrupting validated methods Response: Proposed — not approved: Position Next Gen LC around transferable methods with expli…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— validation required; no role-specific objection is observed in the filtered evidence. Response: Proposed — not approved: Show how the workflow supports cont…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Reddit discussion: New HPLC system for routine work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https://www.reddit.com/r/CHROMATOGRAPHY/comments/1q24noh/reccomendations_for_new_hplc_system_for_routine/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Reddit discussion: Agilent 1260 HPLC versus Thermo Vanquish Flex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https://www.reddit.com/r/CHROMATOGRAPHY/comments/1h6lnr0/agilent_1260_hplc_vs_thermo_vanquish_flex/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Waters proof point 2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https://ir.waters.com/News--Events/newsroom/news-details/2021/Waters-BioAccord-System-with-ACQUITY-Premier-Brings-Greater-Simplicity-Accuracy-and-Reproducibility-to-Multi-Attribute-Monitoring-of-Biopharmaceuticals/default.aspx</a:t>
            </a:r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Waters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Sales-Deck Outline</dc:title>
  <dc:subject>Pharma · Agilent sales-deck outline</dc:subject>
  <dc:creator>Competition Engine</dc:creator>
  <cp:lastModifiedBy>Competition Engine</cp:lastModifiedBy>
  <cp:revision>1</cp:revision>
  <dcterms:created xsi:type="dcterms:W3CDTF">2026-07-30T03:01:02Z</dcterms:created>
  <dcterms:modified xsi:type="dcterms:W3CDTF">2026-07-30T03:01:02Z</dcterms:modified>
</cp:coreProperties>
</file>