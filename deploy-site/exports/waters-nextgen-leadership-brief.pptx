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2a915319c746d4" /><Relationship Type="http://schemas.openxmlformats.org/officeDocument/2006/relationships/extended-properties" Target="/docProps/app.xml" Id="R4b370e61b49243a8" /><Relationship Type="http://schemas.openxmlformats.org/officeDocument/2006/relationships/officeDocument" Target="/ppt/presentation.xml" Id="R72399e658d8244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1cffb010344991"/>
  </p:sldMasterIdLst>
  <p:notesMasterIdLst>
    <p:notesMasterId xmlns:r="http://schemas.openxmlformats.org/officeDocument/2006/relationships" r:id="R5df3b5a2f91440cf"/>
  </p:notesMasterIdLst>
  <p:sldIdLst>
    <p:sldId xmlns:r="http://schemas.openxmlformats.org/officeDocument/2006/relationships" id="256" r:id="R310060d6e99345a8"/>
    <p:sldId xmlns:r="http://schemas.openxmlformats.org/officeDocument/2006/relationships" id="257" r:id="R0ffaf92ce50843c0"/>
    <p:sldId xmlns:r="http://schemas.openxmlformats.org/officeDocument/2006/relationships" id="258" r:id="Ra3ab73da68e94ce2"/>
    <p:sldId xmlns:r="http://schemas.openxmlformats.org/officeDocument/2006/relationships" id="259" r:id="R86092c59df9247e8"/>
    <p:sldId xmlns:r="http://schemas.openxmlformats.org/officeDocument/2006/relationships" id="260" r:id="Rcdbf9c8451834300"/>
    <p:sldId xmlns:r="http://schemas.openxmlformats.org/officeDocument/2006/relationships" id="261" r:id="Rd6c1d4321af24cc2"/>
    <p:sldId xmlns:r="http://schemas.openxmlformats.org/officeDocument/2006/relationships" id="262" r:id="R3b22aa68c9684e1f"/>
    <p:sldId xmlns:r="http://schemas.openxmlformats.org/officeDocument/2006/relationships" id="263" r:id="Rd54c489790e041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50244d119c45be" /><Relationship Type="http://schemas.openxmlformats.org/officeDocument/2006/relationships/slideMaster" Target="/ppt/slideMasters/slideMaster1.xml" Id="R271cffb010344991" /><Relationship Type="http://schemas.openxmlformats.org/officeDocument/2006/relationships/notesMaster" Target="/ppt/notesMasters/notesMaster1.xml" Id="R5df3b5a2f91440cf" /><Relationship Type="http://schemas.openxmlformats.org/officeDocument/2006/relationships/presProps" Target="/ppt/presProps.xml" Id="R4871812a69514e7f" /><Relationship Type="http://schemas.openxmlformats.org/officeDocument/2006/relationships/tableStyles" Target="/ppt/tableStyles.xml" Id="R5202a61ca0234d1d" /><Relationship Type="http://schemas.openxmlformats.org/officeDocument/2006/relationships/slide" Target="/ppt/slides/slide1.xml" Id="R310060d6e99345a8" /><Relationship Type="http://schemas.openxmlformats.org/officeDocument/2006/relationships/slide" Target="/ppt/slides/slide2.xml" Id="R0ffaf92ce50843c0" /><Relationship Type="http://schemas.openxmlformats.org/officeDocument/2006/relationships/slide" Target="/ppt/slides/slide3.xml" Id="Ra3ab73da68e94ce2" /><Relationship Type="http://schemas.openxmlformats.org/officeDocument/2006/relationships/slide" Target="/ppt/slides/slide4.xml" Id="R86092c59df9247e8" /><Relationship Type="http://schemas.openxmlformats.org/officeDocument/2006/relationships/slide" Target="/ppt/slides/slide5.xml" Id="Rcdbf9c8451834300" /><Relationship Type="http://schemas.openxmlformats.org/officeDocument/2006/relationships/slide" Target="/ppt/slides/slide6.xml" Id="Rd6c1d4321af24cc2" /><Relationship Type="http://schemas.openxmlformats.org/officeDocument/2006/relationships/slide" Target="/ppt/slides/slide7.xml" Id="R3b22aa68c9684e1f" /><Relationship Type="http://schemas.openxmlformats.org/officeDocument/2006/relationships/slide" Target="/ppt/slides/slide8.xml" Id="Rd54c489790e041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26ea30995b43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2a2d7a18c74e55" /><Relationship Type="http://schemas.openxmlformats.org/officeDocument/2006/relationships/notesMaster" Target="/ppt/notesMasters/notesMaster1.xml" Id="R30e7f17b8d1b4d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e6d96f7dba4f5e" /><Relationship Type="http://schemas.openxmlformats.org/officeDocument/2006/relationships/notesMaster" Target="/ppt/notesMasters/notesMaster1.xml" Id="Re699d22af44343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bbcb795d2141e2" /><Relationship Type="http://schemas.openxmlformats.org/officeDocument/2006/relationships/notesMaster" Target="/ppt/notesMasters/notesMaster1.xml" Id="R06a2e6daacd54f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72bd3b1a944454" /><Relationship Type="http://schemas.openxmlformats.org/officeDocument/2006/relationships/notesMaster" Target="/ppt/notesMasters/notesMaster1.xml" Id="R9e73807e65364d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5f9355b4af4b5c" /><Relationship Type="http://schemas.openxmlformats.org/officeDocument/2006/relationships/notesMaster" Target="/ppt/notesMasters/notesMaster1.xml" Id="Rc4f30df7d6ea4d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019673cc614b51" /><Relationship Type="http://schemas.openxmlformats.org/officeDocument/2006/relationships/notesMaster" Target="/ppt/notesMasters/notesMaster1.xml" Id="R61cde63fff574e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e2a2396ea64788" /><Relationship Type="http://schemas.openxmlformats.org/officeDocument/2006/relationships/notesMaster" Target="/ppt/notesMasters/notesMaster1.xml" Id="Rddc2d9475b3542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9f514b40bf4f3e" /><Relationship Type="http://schemas.openxmlformats.org/officeDocument/2006/relationships/notesMaster" Target="/ppt/notesMasters/notesMaster1.xml" Id="R2f0d0deeb95749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https://pubmed.ncbi.nlm.nih.gov/?term=%28%28oligonucleotide+OR+%22nucleic+acid%22+OR+siRNA%29+AND+%28%22LC-MS%22+OR+chromatography+OR+%22mass+spectrometry%22%29%29+AND+%28%222025%2F09%2F09%22%5BDate+-+Publication%5D+%3A+%222026%2F09%2F09%22%5BDate+-+Publication%5D%29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https://www.selectscience.net/product/acquity-uplc-r-beh-c18-and-c8-columns</a:t>
            </a:r>
          </a:p>
          <a:p xmlns:a="http://schemas.openxmlformats.org/drawingml/2006/main">
            <a:r>
              <a:t>- https://www.fda.gov/inspections-compliance-enforcement-and-criminal-investigations/compliance-actions-and-activities/warning-letters/datatables-data?_format=xlsx&amp;page=0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https://www.selectscience.net/product/acquity-uplc-r-beh-c18-and-c8-columns</a:t>
            </a:r>
          </a:p>
          <a:p xmlns:a="http://schemas.openxmlformats.org/drawingml/2006/main">
            <a:r>
              <a:t>- https://www.fda.gov/inspections-compliance-enforcement-and-criminal-investigations/compliance-actions-and-activities/warning-letters/datatables-data?_format=xlsx&amp;page=0</a:t>
            </a:r>
          </a:p>
          <a:p xmlns:a="http://schemas.openxmlformats.org/drawingml/2006/main">
            <a:r>
              <a:t>- https://www.fda.gov/media/190190/download?attachment=</a:t>
            </a:r>
          </a:p>
          <a:p xmlns:a="http://schemas.openxmlformats.org/drawingml/2006/main">
            <a:r>
              <a:t>- https://www.selectscience.net/product/arc-hplc-system?reviewItem=c6866ce0f446fc50</a:t>
            </a:r>
          </a:p>
          <a:p xmlns:a="http://schemas.openxmlformats.org/drawingml/2006/main">
            <a:r>
              <a:t>- https://www.selectscience.net/product/arc-hplc-system?reviewItem=0e5b2545d7d11f15</a:t>
            </a:r>
          </a:p>
          <a:p xmlns:a="http://schemas.openxmlformats.org/drawingml/2006/main">
            <a:r>
              <a:t>- https://www.selectscience.net/product/arc-hplc-system?reviewItem=0568db63471e745f</a:t>
            </a:r>
          </a:p>
          <a:p xmlns:a="http://schemas.openxmlformats.org/drawingml/2006/main">
            <a:r>
              <a:t>- https://www.selectscience.net/product/arc-hplc-system?reviewItem=dd59084477b562c5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https://pubmed.ncbi.nlm.nih.gov/?term=%28%28oligonucleotide+OR+%22nucleic+acid%22+OR+siRNA%29+AND+%28%22LC-MS%22+OR+chromatography+OR+%22mass+spectrometry%22%29%29+AND+%28%222025%2F09%2F09%22%5BDate+-+Publication%5D+%3A+%222026%2F09%2F09%22%5BDate+-+Publication%5D%29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https://pubmed.ncbi.nlm.nih.gov/?term=%28%28oligonucleotide+OR+%22nucleic+acid%22+OR+siRNA%29+AND+%28%22LC-MS%22+OR+chromatography+OR+%22mass+spectrometry%22%29%29+AND+%28%222025%2F09%2F09%22%5BDate+-+Publication%5D+%3A+%222026%2F09%2F09%22%5BDate+-+Publication%5D%29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https://pubmed.ncbi.nlm.nih.gov/?term=%28%28PFAS+OR+%22per-+and+polyfluoroalkyl%22%29+AND+%28%22LC-MS%22+OR+%22LC-MS%2FMS%22+OR+chromatography%29%29+AND+%28%222025%2F09%2F09%22%5BDate+-+Publication%5D+%3A+%222026%2F09%2F09%22%5BDate+-+Publication%5D%29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3097de78e248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7fddca64c24e8e" /><Relationship Type="http://schemas.openxmlformats.org/officeDocument/2006/relationships/slideLayout" Target="/ppt/slideLayouts/slideLayout1.xml" Id="R3babc0b8e5844f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abc0b8e5844f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31b568fcd4cf6" /><Relationship Type="http://schemas.openxmlformats.org/officeDocument/2006/relationships/notesSlide" Target="/ppt/notesSlides/notesSlide1.xml" Id="R521dabcb229f42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2e1c239e64ffc" /><Relationship Type="http://schemas.openxmlformats.org/officeDocument/2006/relationships/notesSlide" Target="/ppt/notesSlides/notesSlide2.xml" Id="Rb3c30380ded74e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486475aa24fb5" /><Relationship Type="http://schemas.openxmlformats.org/officeDocument/2006/relationships/notesSlide" Target="/ppt/notesSlides/notesSlide3.xml" Id="Rc1439361750345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5541f2b714659" /><Relationship Type="http://schemas.openxmlformats.org/officeDocument/2006/relationships/notesSlide" Target="/ppt/notesSlides/notesSlide4.xml" Id="R20252ba8f2744d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3dc5c91ef4c6c" /><Relationship Type="http://schemas.openxmlformats.org/officeDocument/2006/relationships/notesSlide" Target="/ppt/notesSlides/notesSlide5.xml" Id="R63a8fafcc7af49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8bb0166764670" /><Relationship Type="http://schemas.openxmlformats.org/officeDocument/2006/relationships/notesSlide" Target="/ppt/notesSlides/notesSlide6.xml" Id="Ra6d9718b9b8340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e5badad644ccc" /><Relationship Type="http://schemas.openxmlformats.org/officeDocument/2006/relationships/notesSlide" Target="/ppt/notesSlides/notesSlide7.xml" Id="Rac071f582e3445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eedb9b33648d2" /><Relationship Type="http://schemas.openxmlformats.org/officeDocument/2006/relationships/hyperlink" Target="https://pubmed.ncbi.nlm.nih.gov/?term=%28%28PFAS+OR+%22per-+and+polyfluoroalkyl%22%29+AND+%28%22LC-MS%22+OR+%22LC-MS%2FMS%22+OR+chromatography%29%29+AND+%28%222025%2F09%2F09%22%5BDate+-+Publication%5D+%3A+%222026%2F09%2F09%22%5BDate+-+Publication%5D%29" TargetMode="External" Id="R5ca3a74df9b24f7b" /><Relationship Type="http://schemas.openxmlformats.org/officeDocument/2006/relationships/hyperlink" Target="https://www.agilent.com/about/newsroom/presrel/2026/29may-ca26021.html" TargetMode="External" Id="R30c6b86e035c4548" /><Relationship Type="http://schemas.openxmlformats.org/officeDocument/2006/relationships/hyperlink" Target="https://www.sec.gov/Archives/edgar/data/1090872/000109087226000055/a-20260430.htm" TargetMode="External" Id="R171e3dc593f54270" /><Relationship Type="http://schemas.openxmlformats.org/officeDocument/2006/relationships/hyperlink" Target="https://www.shimadzu.com/news/2026/k8iri3_20_z4uvwt.html" TargetMode="External" Id="R76c6eceb8f624ad4" /><Relationship Type="http://schemas.openxmlformats.org/officeDocument/2006/relationships/hyperlink" Target="https://sciex.com/about-us/press-releases/2026/sciex-launches-its-5th-generation-of-nominal-mass-novus-v55-system-with-sciexos-5-0-software" TargetMode="External" Id="R1eef90a9958b4247" /><Relationship Type="http://schemas.openxmlformats.org/officeDocument/2006/relationships/hyperlink" Target="https://www.bioprocessingsummit.com/" TargetMode="External" Id="Rf2130ad4a6a34843" /><Relationship Type="http://schemas.openxmlformats.org/officeDocument/2006/relationships/notesSlide" Target="/ppt/notesSlides/notesSlide8.xml" Id="R351afb19b2bc48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340F1-FC31-432C-AB16-5616B206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DB182-977F-4221-A460-BE7CBD5C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8DAF57-CA7B-43E0-B17F-5012C263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6CBA2-B02F-4382-BBB5-BBB0F708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EF88F-5921-44F2-BE09-4B13E5D3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9DA15-54A5-4AAC-A056-8E130C62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AC289-40A3-48C6-833C-2E00F947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6AB1FE-0A61-44E2-9B07-4A7BEF50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354ED-E682-490B-B288-AE0792D9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SEP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57B13-2D0F-4C03-9B97-61E80E2A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63B6B-3EC0-4BF9-AFCB-C2C2F053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DC085-31E1-4B43-B0B8-AEADD38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waters-ci-20260909112945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4847F-FCA7-408D-8567-A2ACCCCC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523161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89D103-D39D-40A2-87C0-FCA11F64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0E08A-1EB7-4588-A382-8CE73391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B26C0-2CC1-4731-A64A-BA84D985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CA80B-2475-4C1C-9FA6-3CC1317C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AB222A-7265-47BC-B217-E52EAB02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508E6B-5953-4A4B-A0DF-B30DC665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5766A-6F4D-424C-93AF-4B9C919E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AA47B-F9C3-4507-AD66-1BFD6C43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542DE-1A56-4EE1-B14B-3411F7B8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0D6F2-A913-4408-B4DC-88F6653C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1,167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EB5470-4B90-4607-8324-6A5B002B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DAFC0-F5F3-4DD7-85E2-3037EE7F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109A02-B40E-42B3-B939-31FBD9A2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AB0905-952A-4D16-B3A5-E1671F90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087F6-0A2D-4B3E-89CC-D4D29A45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342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DEE198-A681-47E6-BDC7-E39BD2D2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F85E3F-CB6A-4D91-963A-FD74756C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2389B3-2961-4BBE-97B0-2F2B607D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2089D-0555-4772-B7B8-EE0A1AD9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E1C802-FFB5-48D0-9F2E-F2519C64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666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FEC57E-37D7-4FF4-8841-8F6A3C85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FBB7E2-6B8D-4C21-BA7C-6D1D6B80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B9E55-56E1-435A-B919-65C71E79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03679-FB0B-4B25-900A-941ADEFF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09631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3F29AE-875D-485F-A86C-301CF2F5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8350E-AB09-4E30-A435-0520DF64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BB4C3-DFD3-4F2A-A14C-0ABB9B65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C095C-9616-4863-8D77-0A334611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BF80A-CB43-46F7-9CA2-2FD1E722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96052-54A1-40BC-8796-0A890565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0001D8-AE90-4675-81A5-6ACE132E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47591-DC18-4C2F-9E14-894401B3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36975-7B54-4CA4-BD91-67CA6F7E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0E3F8-223F-4258-935F-265DA733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342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460AB-B902-429F-A554-F6934866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43D1A-0F11-48EB-949D-634534E1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C3DC5-8B08-4D8A-9E2F-1E9C0CD8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EA57A-9A17-4692-8CF7-E2B3E186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DE43FF-2E4C-4BDF-B975-25345905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B96A-7A07-4935-8568-EEE8703F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75738F-517A-49F8-B2B5-0D7AC127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6D032C-DB06-44AF-A9F2-CEAF33A8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A462C8-97B2-407D-A76C-2769594D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4F3372-7A52-4EEC-B4C2-ABCBDF8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659CEE-4785-4406-A97F-C17C5203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4DF4B3-F054-478F-BB21-B23BFC42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431BF-0E65-4485-94F5-B567642F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6689AA-282A-4BDF-8ABF-819E23D0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0F4E57-5983-449C-BC52-9F93CA99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1972C4-9D03-45BB-8291-3592AFC8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76D97B-41BE-4AD5-820B-FB059265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813436-73BF-4803-A695-CADA67BA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964E11-BD5A-4A40-B456-CE8337B0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91FCFE-38FB-4ACE-9630-9BE1637D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0D70BD-9FCE-41BC-9BBD-F9044A87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6D4C6E-CB7A-467A-A754-49E513FD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F50050-EB2C-4D74-A111-60BD0B26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F1FE81-D78E-4137-B5F0-B2CC752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C460F6-320E-4F4C-AF13-43CFFABC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75D4DB0-A5ED-4C12-AA92-E37552CB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380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2E93E-06A6-4F3C-BFDA-0FC197D9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066EB-891F-46E2-86A6-F6699B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61B67-2B47-47B4-AED3-63A7C290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7CFB6-30EC-44B4-A98E-28633123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97D41-482D-4D1B-AED9-D0029B29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9B15CC-CA92-4DD7-90F9-65BF7A5E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FF141-7D84-426F-99E1-C26AFC6F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A2655-B9ED-4756-A7F7-C4DA1816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3D680-D68F-4AD5-B15F-3C7D8743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BC3D0-968C-44E8-A670-0366EC18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73C5C-689C-4CC0-AD3D-880EF8FF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9B73A7-800B-4612-AC28-7C70E80C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DC6C0B-850F-4668-969E-A5113FB9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F2D01-5F88-4EC7-B87F-22D09C3E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8B1CD-F765-4E40-86CA-E6745814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3F833-B6EF-4758-B97D-A5C31E58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719B8C-08CE-4593-94E2-92F2A623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59F255-1004-4739-9269-8942F59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1CCB2-FE63-4ACC-919C-5B0F130C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54B42F-3098-4357-8A8F-5BAA5540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0D9478-5C40-4EA0-B571-72AB47B3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D55E92-AF9F-4589-9243-D5AF039F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000944-D79A-4692-8070-97F2E3E7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85E3AF-2D79-4928-AF3B-B46C331A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D9C2A5-32EB-459E-972F-F147648E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F7A319-F30C-4482-AFEE-D5AC7987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BDE7BE-324D-423E-89F4-24A7A11A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58918A-D869-401B-9944-258FD45E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F2646C-59DB-4819-ACDC-B6EE2ED9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3F1C89-3E61-4A39-B3CA-700F0072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533560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7873F-3DB6-4CD4-B73E-A55B007A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29DDB5-8AE8-4EE2-8DFC-E47C63BC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59280-73A9-4172-9A2A-17162AF3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9661F-1A8E-40D1-9C19-9BE93B56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6024F-B940-4733-B946-703C4A0E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6A643-6A22-486F-AE35-C13155C5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370A5-24E6-48BF-8C45-BDBB42BF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99C859-AD18-4E64-8AAA-ACDFEEDA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F2545-E797-4A42-8636-BBAC0B32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D979F-A8D1-42D0-A3C4-39124E51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AA16E-5DC1-4EAB-89DF-6DFABCA1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CB749F-A0E8-467F-906E-DD1CD9DA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ECF090-873B-410E-A8E6-56499C13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BF325D-2A17-48FB-8304-EE62056A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B61FB5-C460-46BE-ACDD-8D582443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4CD433-27D5-4455-9BF2-43822F47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9386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55513E-0D7D-4008-840A-1F412085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D64A3-BE89-4C94-BAAD-7D41A8A3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9AB492-FC90-4818-A582-A0D94830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B70D1-E64D-4A78-9B21-743D6265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23227-9CEE-40C9-958C-7DE64903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D23EA-39A1-49B5-B969-8AC4B88E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4D5E1-5386-4683-965B-99A100AD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6C0F1-F159-44A2-8F02-EE42CE91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8CA39-DE83-4041-AB35-F4A33C7F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65E78-3ED3-4E90-A863-04E5E36C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A7090-D43E-4239-9D8E-D7FFCBAB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6D3D74-A8B6-44AB-8717-27C04685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C65E3D-F0C7-4051-9792-7FD2BD24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236CC-E050-46BC-95AD-4DC4EADD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18464-C75B-46A1-905C-3985491C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4CCD55-0D1E-467C-8A24-58626E4C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C9C9D0-3B3A-4F1F-A79D-D9566040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62ED4-9A04-4E05-9F9C-D06F93AB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9E4B3-7D26-4139-AFA2-608869FD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60/100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23992-85C6-47BB-893A-6F3B39A0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6559AF-0242-4164-99AB-7844249A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733C1-B876-42DE-A2F5-AC3D6605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07057B-4E7D-4A5F-924D-DD711904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3DB9A-7EF2-4650-BCEC-05C90F73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BB833-0F60-4E85-9908-73A92E87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E6B0E4-519A-4E62-8BAF-558D9273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5AD7AB-0D9C-483D-B89D-CC62AC13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6B345-492A-4F4E-BC76-8C7CE33F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C47E0D-D068-4D4E-A077-B46EBF36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4936F-6414-4B07-872E-AD917B4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658716-2310-4626-B092-BD434580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D27ADA-4553-4D76-B3DC-B3A0683E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906157-844D-461A-815B-DEACE3F7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B0D7C2-EFAC-4AEB-AF72-D0B32DEC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454FCA-1A96-48F8-A5DC-09699CE6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534EEA-1D10-478A-8F3A-40368BF6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50020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5D94E8-0706-4C74-A785-F684C84E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52171-CAB0-4146-956C-00669885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C5799-3FDB-461C-9459-2B8B007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Sequence evidence gates around the next roadmap review without inventing calendar commitments.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C0E9D-A9D1-4FF3-84AE-4D3B3553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C34B2-54DA-4289-8142-7E1E30D5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5C516-010C-4399-9430-29B930C8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6D0BE3-E389-462E-B4E7-1070490F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GATE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61B23-C9E0-41DC-B87D-E9B8CCBE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E3FD3-C610-49FA-BDEB-1F1896BB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F22FC1-C6A9-48A0-9975-BD4F3F01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5B95F-A5A9-4B03-80BF-7DA3AFF1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266151-A88D-4312-AD6B-AEAB0DA1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66F71-76D4-4F18-BE52-6B5E91B3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166028-BB3F-4AAD-B5BA-435E9E35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EDC104-C2B5-4E43-94E2-D75CA8A2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41E2F-F277-400B-B5FA-5596E999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B9EE6-DAB4-4576-A7C4-FCEA7060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50A084-8949-460A-AD34-8BE375A7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05DC72-967E-4A71-81AD-C11E54C5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306023-12D9-40A7-8616-B3949999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C889D2-B363-4F95-9DD5-70B22282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39A98-08A1-4BD4-9D86-A6BB93A7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52B773-978E-42BC-93E3-4D500069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6AC0EC-2E96-4BD4-B5C6-ADDA18D8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C61558-25A3-46D1-A16C-E321F7E5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826115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AF95BC-20D2-41D4-9B41-7A98B786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72877-A5D8-4439-80EA-D21C023C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82968-7BAF-45F6-BA4D-4ED4C3A2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F386E-C4C6-4188-87B5-49DA9BC4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978F0-7D7E-4FE8-B7E3-B7CE1620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760F0-759E-48D1-A08F-8BEBE770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D8E63-C06C-4AF9-9A57-7F643C1E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5ca3a74df9b24f7b"/>
            <a:extLst xmlns:a="http://schemas.openxmlformats.org/drawingml/2006/main">
              <a:ext uri="{FF2B5EF4-FFF2-40B4-BE49-F238E27FC236}">
                <a16:creationId xmlns:a16="http://schemas.microsoft.com/office/drawing/2014/main" id="{C356FB99-75A5-4636-8DB4-6CA98136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https://pubmed.ncbi.nlm.nih.gov/?term=%28%28PFAS+OR+%22per-+and+polyfluoroalkyl%22%29+AND+%28%22LC-MS%22+OR+%22LC-MS%2FMS%22+OR+chromatography%29%29+AND+%28%222025%2F09%2F09%22%5BDate+-+Publication%5D+%3A+%222026%2F09%2F09%22%5BDate+-+Publication%5D%29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21BEA-204F-436A-98D0-8C9E4D95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5D116-6FBB-444E-A8EC-ECDB36BA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DC45F-4FE5-4FAB-AACF-8CF76EA7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96C773-62A3-40F2-A40A-6D1A2DC9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30c6b86e035c4548"/>
            <a:extLst xmlns:a="http://schemas.openxmlformats.org/drawingml/2006/main">
              <a:ext uri="{FF2B5EF4-FFF2-40B4-BE49-F238E27FC236}">
                <a16:creationId xmlns:a16="http://schemas.microsoft.com/office/drawing/2014/main" id="{1A2BCB05-8143-405A-9553-E07C5DDE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28B9A-F78C-48C6-ADBE-9EB72D2E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ED42FF-065B-46FF-941C-AA6B88EF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56B1C-7126-46B8-8D11-AA8EB41E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85A41-8BD0-45D6-850B-C0895189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171e3dc593f54270"/>
            <a:extLst xmlns:a="http://schemas.openxmlformats.org/drawingml/2006/main">
              <a:ext uri="{FF2B5EF4-FFF2-40B4-BE49-F238E27FC236}">
                <a16:creationId xmlns:a16="http://schemas.microsoft.com/office/drawing/2014/main" id="{83F33022-9A1A-4056-9E6E-82601F2F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444E43-0506-469B-A870-7480AC9D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71A2EE-AEA0-4D42-ACCD-5B99294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E521A3-1440-487C-A2CD-A71BF91D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BDE670-2DEB-4E46-AC01-58F7F2D8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76c6eceb8f624ad4"/>
            <a:extLst xmlns:a="http://schemas.openxmlformats.org/drawingml/2006/main">
              <a:ext uri="{FF2B5EF4-FFF2-40B4-BE49-F238E27FC236}">
                <a16:creationId xmlns:a16="http://schemas.microsoft.com/office/drawing/2014/main" id="{CE552775-8184-43C8-A58D-8754BB1B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32D7B9-EE0D-4456-A2F0-2F687099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EBD36D-B4C5-4E09-B947-EF4866BF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64EDA7-67A6-4BF3-906D-F1BC7D7C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A65020-EC26-4167-B101-AB6835E9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1eef90a9958b4247"/>
            <a:extLst xmlns:a="http://schemas.openxmlformats.org/drawingml/2006/main">
              <a:ext uri="{FF2B5EF4-FFF2-40B4-BE49-F238E27FC236}">
                <a16:creationId xmlns:a16="http://schemas.microsoft.com/office/drawing/2014/main" id="{AD1E8DDD-B430-452D-B3CD-38411DC0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77579C-DAAE-4CB2-86CF-9DD5BA95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A7BC16-3361-4727-942C-4570B0D4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33D44-C45E-4F72-9D71-A2DF8E7C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EAEC77-0A7F-4742-9F64-AF7F0726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f2130ad4a6a34843"/>
            <a:extLst xmlns:a="http://schemas.openxmlformats.org/drawingml/2006/main">
              <a:ext uri="{FF2B5EF4-FFF2-40B4-BE49-F238E27FC236}">
                <a16:creationId xmlns:a16="http://schemas.microsoft.com/office/drawing/2014/main" id="{8EBEF3A7-E1F0-49C3-A172-DA59D0DB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E0AECF-8B0C-4F26-8038-6331EC7C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0C36E0-6BB4-41D8-A70B-D19C79FC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waters-ci-20260909112945 · As of 2026-09-09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8FF59F-154A-4EF0-A583-64B3EF6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09 SEP 2026 · waters-ci-20260909112945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FFDE49-3790-4CF6-8FEE-C910D486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53118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2026-09-09T11:38:04.9840000Z</dcterms:created>
  <dcterms:modified xsi:type="dcterms:W3CDTF">2026-09-09T11:38:04.9840000Z</dcterms:modified>
</coreProperties>
</file>