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c5011d27254235" /><Relationship Type="http://schemas.openxmlformats.org/officeDocument/2006/relationships/extended-properties" Target="/docProps/app.xml" Id="R4587fd29496041fc" /><Relationship Type="http://schemas.openxmlformats.org/officeDocument/2006/relationships/officeDocument" Target="/ppt/presentation.xml" Id="R13b6a0c5223f4b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221ea26fc4cff"/>
  </p:sldMasterIdLst>
  <p:notesMasterIdLst>
    <p:notesMasterId xmlns:r="http://schemas.openxmlformats.org/officeDocument/2006/relationships" r:id="Re878d1ae7d544329"/>
  </p:notesMasterIdLst>
  <p:sldIdLst>
    <p:sldId xmlns:r="http://schemas.openxmlformats.org/officeDocument/2006/relationships" id="256" r:id="R55ef541e454c4414"/>
    <p:sldId xmlns:r="http://schemas.openxmlformats.org/officeDocument/2006/relationships" id="257" r:id="Rb8396b1e44934989"/>
    <p:sldId xmlns:r="http://schemas.openxmlformats.org/officeDocument/2006/relationships" id="258" r:id="Rb880a0080a454b1c"/>
    <p:sldId xmlns:r="http://schemas.openxmlformats.org/officeDocument/2006/relationships" id="259" r:id="Rf684c207b04c4789"/>
    <p:sldId xmlns:r="http://schemas.openxmlformats.org/officeDocument/2006/relationships" id="260" r:id="R4dc6540b7c3b434e"/>
    <p:sldId xmlns:r="http://schemas.openxmlformats.org/officeDocument/2006/relationships" id="261" r:id="Re462dde2ef0a4656"/>
    <p:sldId xmlns:r="http://schemas.openxmlformats.org/officeDocument/2006/relationships" id="262" r:id="R5172897c1ad94410"/>
    <p:sldId xmlns:r="http://schemas.openxmlformats.org/officeDocument/2006/relationships" id="263" r:id="Re3700c5afc444e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40a1fa9c6343ca" /><Relationship Type="http://schemas.openxmlformats.org/officeDocument/2006/relationships/slideMaster" Target="/ppt/slideMasters/slideMaster1.xml" Id="R6b1221ea26fc4cff" /><Relationship Type="http://schemas.openxmlformats.org/officeDocument/2006/relationships/notesMaster" Target="/ppt/notesMasters/notesMaster1.xml" Id="Re878d1ae7d544329" /><Relationship Type="http://schemas.openxmlformats.org/officeDocument/2006/relationships/presProps" Target="/ppt/presProps.xml" Id="R5acb7871b3e24b7c" /><Relationship Type="http://schemas.openxmlformats.org/officeDocument/2006/relationships/tableStyles" Target="/ppt/tableStyles.xml" Id="R28d804c0a9a844bf" /><Relationship Type="http://schemas.openxmlformats.org/officeDocument/2006/relationships/slide" Target="/ppt/slides/slide1.xml" Id="R55ef541e454c4414" /><Relationship Type="http://schemas.openxmlformats.org/officeDocument/2006/relationships/slide" Target="/ppt/slides/slide2.xml" Id="Rb8396b1e44934989" /><Relationship Type="http://schemas.openxmlformats.org/officeDocument/2006/relationships/slide" Target="/ppt/slides/slide3.xml" Id="Rb880a0080a454b1c" /><Relationship Type="http://schemas.openxmlformats.org/officeDocument/2006/relationships/slide" Target="/ppt/slides/slide4.xml" Id="Rf684c207b04c4789" /><Relationship Type="http://schemas.openxmlformats.org/officeDocument/2006/relationships/slide" Target="/ppt/slides/slide5.xml" Id="R4dc6540b7c3b434e" /><Relationship Type="http://schemas.openxmlformats.org/officeDocument/2006/relationships/slide" Target="/ppt/slides/slide6.xml" Id="Re462dde2ef0a4656" /><Relationship Type="http://schemas.openxmlformats.org/officeDocument/2006/relationships/slide" Target="/ppt/slides/slide7.xml" Id="R5172897c1ad94410" /><Relationship Type="http://schemas.openxmlformats.org/officeDocument/2006/relationships/slide" Target="/ppt/slides/slide8.xml" Id="Re3700c5afc444e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2673e695de46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c631678acc46a3" /><Relationship Type="http://schemas.openxmlformats.org/officeDocument/2006/relationships/notesMaster" Target="/ppt/notesMasters/notesMaster1.xml" Id="R05717d54c00046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5477ebde63469a" /><Relationship Type="http://schemas.openxmlformats.org/officeDocument/2006/relationships/notesMaster" Target="/ppt/notesMasters/notesMaster1.xml" Id="R00c1f75cf02a46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dde59715244837" /><Relationship Type="http://schemas.openxmlformats.org/officeDocument/2006/relationships/notesMaster" Target="/ppt/notesMasters/notesMaster1.xml" Id="R46a8739170d741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9ce97618844b33" /><Relationship Type="http://schemas.openxmlformats.org/officeDocument/2006/relationships/notesMaster" Target="/ppt/notesMasters/notesMaster1.xml" Id="R06f12f0ea41f4d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b7f70e9b584959" /><Relationship Type="http://schemas.openxmlformats.org/officeDocument/2006/relationships/notesMaster" Target="/ppt/notesMasters/notesMaster1.xml" Id="R40c94936e7ee4a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0fae6e2a4843d3" /><Relationship Type="http://schemas.openxmlformats.org/officeDocument/2006/relationships/notesMaster" Target="/ppt/notesMasters/notesMaster1.xml" Id="R3e841446590545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d3715798484264" /><Relationship Type="http://schemas.openxmlformats.org/officeDocument/2006/relationships/notesMaster" Target="/ppt/notesMasters/notesMaster1.xml" Id="R338c6df9adea4a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bf46586b514a7f" /><Relationship Type="http://schemas.openxmlformats.org/officeDocument/2006/relationships/notesMaster" Target="/ppt/notesMasters/notesMaster1.xml" Id="Rc3bc1442be7041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17%22%5BDate+-+Publication%5D+%3A+%222026%2F08%2F17%22%5BDate+-+Publication%5D%29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https://pubmed.ncbi.nlm.nih.gov/?term=%28%28PFAS+OR+%22per-+and+polyfluoroalkyl%22%29+AND+%28%22LC-MS%22+OR+%22LC-MS%2FMS%22+OR+chromatography%29%29+AND+%28%222025%2F08%2F17%22%5BDate+-+Publication%5D+%3A+%222026%2F08%2F17%22%5BDate+-+Publication%5D%29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https://pubmed.ncbi.nlm.nih.gov/?term=%28%28oligonucleotide+OR+%22nucleic+acid%22+OR+siRNA%29+AND+%28%22LC-MS%22+OR+chromatography+OR+%22mass+spectrometry%22%29%29+AND+%28%222025%2F08%2F17%22%5BDate+-+Publication%5D+%3A+%222026%2F08%2F17%22%5BDate+-+Publication%5D%29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https://pubmed.ncbi.nlm.nih.gov/?term=%28%28PFAS+OR+%22per-+and+polyfluoroalkyl%22%29+AND+%28%22LC-MS%22+OR+%22LC-MS%2FMS%22+OR+chromatography%29%29+AND+%28%222025%2F08%2F17%22%5BDate+-+Publication%5D+%3A+%222026%2F08%2F17%22%5BDate+-+Publication%5D%29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https://www.reddit.com/r/CHROMATOGRAPHY/comments/1uk333s/update_uplc_waters_high_pressure_problem/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https://www.reddit.com/r/CHROMATOGRAPHY/comments/xlr4pf/best_uhplc_on_the_market/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https://www.reddit.com/r/CHROMATOGRAPHY/comments/1uk333s/update_uplc_waters_high_pressure_problem/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https://www.reddit.com/r/CHROMATOGRAPHY/comments/xlr4pf/best_uhplc_on_the_market/</a:t>
            </a:r>
          </a:p>
          <a:p xmlns:a="http://schemas.openxmlformats.org/drawingml/2006/main">
            <a:r>
              <a:t>- https://www.reddit.com/r/massspectrometry/comments/1uxyipd/efficient_quant_workflow_for_targetlynx/</a:t>
            </a:r>
          </a:p>
          <a:p xmlns:a="http://schemas.openxmlformats.org/drawingml/2006/main">
            <a:r>
              <a:t>- https://www.reddit.com/r/massspectrometry/comments/1ux1imr/most_frustrating_thing_about_mass_spectrometry/</a:t>
            </a:r>
          </a:p>
          <a:p xmlns:a="http://schemas.openxmlformats.org/drawingml/2006/main">
            <a:r>
              <a:t>- https://www.reddit.com/r/massspectrometry/comments/1u1dpq6/synapt_nonresponsive_fluidics_purge_issue/</a:t>
            </a:r>
          </a:p>
          <a:p xmlns:a="http://schemas.openxmlformats.org/drawingml/2006/main">
            <a:r>
              <a:t>- https://www.reddit.com/r/massspectrometry/comments/1up1dlw/best_software_to_use_agilent_g3540a_gc_with/</a:t>
            </a:r>
          </a:p>
          <a:p xmlns:a="http://schemas.openxmlformats.org/drawingml/2006/main">
            <a:r>
              <a:t>- https://www.reddit.com/r/CHROMATOGRAPHY/comments/1sbtsdx/comparing_vendors_and_systems_thoughts/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https://pubmed.ncbi.nlm.nih.gov/?term=%28%28PFAS+OR+%22per-+and+polyfluoroalkyl%22%29+AND+%28%22LC-MS%22+OR+%22LC-MS%2FMS%22+OR+chromatography%29%29+AND+%28%222025%2F08%2F17%22%5BDate+-+Publication%5D+%3A+%222026%2F08%2F17%22%5BDate+-+Publication%5D%29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17%22%5BDate+-+Publication%5D+%3A+%222026%2F08%2F17%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https://pubmed.ncbi.nlm.nih.gov/?term=%28%28oligonucleotide+OR+%22nucleic+acid%22+OR+siRNA%29+AND+%28%22LC-MS%22+OR+chromatography+OR+%22mass+spectrometry%22%29%29+AND+%28%222025%2F08%2F17%22%5BDate+-+Publication%5D+%3A+%222026%2F08%2F17%22%5BDate+-+Publication%5D%29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https://pubmed.ncbi.nlm.nih.gov/?term=%28%28PFAS+OR+%22per-+and+polyfluoroalkyl%22%29+AND+%28%22LC-MS%22+OR+%22LC-MS%2FMS%22+OR+chromatography%29%29+AND+%28%222025%2F08%2F17%22%5BDate+-+Publication%5D+%3A+%222026%2F08%2F17%22%5BDate+-+Publication%5D%29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17%22%5BDate+-+Publication%5D+%3A+%222026%2F08%2F17%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https://pubmed.ncbi.nlm.nih.gov/?term=%28%28oligonucleotide+OR+%22nucleic+acid%22+OR+siRNA%29+AND+%28%22LC-MS%22+OR+chromatography+OR+%22mass+spectrometry%22%29%29+AND+%28%222025%2F08%2F17%22%5BDate+-+Publication%5D+%3A+%222026%2F08%2F17%22%5BDate+-+Publication%5D%29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https://pubmed.ncbi.nlm.nih.gov/?term=%28%28PFAS+OR+%22per-+and+polyfluoroalkyl%22%29+AND+%28%22LC-MS%22+OR+%22LC-MS%2FMS%22+OR+chromatography%29%29+AND+%28%222025%2F08%2F17%22%5BDate+-+Publication%5D+%3A+%222026%2F08%2F17%22%5BDate+-+Publication%5D%29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50399bf1e43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658a60a24b459f" /><Relationship Type="http://schemas.openxmlformats.org/officeDocument/2006/relationships/slideLayout" Target="/ppt/slideLayouts/slideLayout1.xml" Id="Rc01745b939eb4d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1745b939eb4d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c08895a554360" /><Relationship Type="http://schemas.openxmlformats.org/officeDocument/2006/relationships/notesSlide" Target="/ppt/notesSlides/notesSlide1.xml" Id="R763ee7b0705940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55ddc471a458e" /><Relationship Type="http://schemas.openxmlformats.org/officeDocument/2006/relationships/notesSlide" Target="/ppt/notesSlides/notesSlide2.xml" Id="R9c1434f935754a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b759c22084331" /><Relationship Type="http://schemas.openxmlformats.org/officeDocument/2006/relationships/notesSlide" Target="/ppt/notesSlides/notesSlide3.xml" Id="R40fe7dbfbf754f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b364e451c4f18" /><Relationship Type="http://schemas.openxmlformats.org/officeDocument/2006/relationships/notesSlide" Target="/ppt/notesSlides/notesSlide4.xml" Id="Rf1f4100dea3a4d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42ecaf5cf7497e" /><Relationship Type="http://schemas.openxmlformats.org/officeDocument/2006/relationships/notesSlide" Target="/ppt/notesSlides/notesSlide5.xml" Id="R5d3c9a65d9584d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be75a918047ce" /><Relationship Type="http://schemas.openxmlformats.org/officeDocument/2006/relationships/notesSlide" Target="/ppt/notesSlides/notesSlide6.xml" Id="Re86e8af0605945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41dd3dfb84b16" /><Relationship Type="http://schemas.openxmlformats.org/officeDocument/2006/relationships/notesSlide" Target="/ppt/notesSlides/notesSlide7.xml" Id="Re12abf0eb2b840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50cfbcb6f4e42" /><Relationship Type="http://schemas.openxmlformats.org/officeDocument/2006/relationships/hyperlink" Target="https://pubmed.ncbi.nlm.nih.gov/?term=%28%28PFAS+OR+%22per-+and+polyfluoroalkyl%22%29+AND+%28%22LC-MS%22+OR+%22LC-MS%2FMS%22+OR+chromatography%29%29+AND+%28%222025%2F08%2F17%22%5BDate+-+Publication%5D+%3A+%222026%2F08%2F17%22%5BDate+-+Publication%5D%29" TargetMode="External" Id="R4dc2a76046144483" /><Relationship Type="http://schemas.openxmlformats.org/officeDocument/2006/relationships/hyperlink" Target="https://www.agilent.com/about/newsroom/presrel/2026/29may-ca26021.html" TargetMode="External" Id="R86858532b1b84cd8" /><Relationship Type="http://schemas.openxmlformats.org/officeDocument/2006/relationships/hyperlink" Target="https://www.sec.gov/Archives/edgar/data/1090872/000109087226000055/a-20260430.htm" TargetMode="External" Id="R2d2e81e6d61741ef" /><Relationship Type="http://schemas.openxmlformats.org/officeDocument/2006/relationships/hyperlink" Target="https://www.shimadzu.com/news/2026/k8iri3_20_z4uvwt.html" TargetMode="External" Id="R30d64dfb53c84636" /><Relationship Type="http://schemas.openxmlformats.org/officeDocument/2006/relationships/hyperlink" Target="https://sciex.com/about-us/press-releases/2026/sciex-launches-its-5th-generation-of-nominal-mass-novus-v55-system-with-sciexos-5-0-software" TargetMode="External" Id="Rf3cfe9ea83a2499d" /><Relationship Type="http://schemas.openxmlformats.org/officeDocument/2006/relationships/hyperlink" Target="https://www.bioprocessingsummit.com/" TargetMode="External" Id="R4015d6f821aa4e23" /><Relationship Type="http://schemas.openxmlformats.org/officeDocument/2006/relationships/notesSlide" Target="/ppt/notesSlides/notesSlide8.xml" Id="R9771260ae67848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B153D5-222D-4B4B-B88E-6F5C4C37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40E70D-082C-4646-9E64-C17DE4DB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268F0-0507-41CE-8CCA-33985940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CE4B2-6EA6-454B-84A4-A8234A89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C5D59-D096-4B3E-896C-7031F27A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E6677-8CF8-410D-A770-3CD234BB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4C0AF-E2BC-4D89-A982-4D88ABA9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B664C-0B7D-45CB-ADBC-765D245B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C07CC-2641-4F8C-A738-A7E3700B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AUG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690AD-950E-4A86-998A-DE81281F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45C645-3591-49AF-BDAC-EFEF9F38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C2474-3FCC-4B47-81CF-0C42D43A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waters-ci-20260817124300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95FEE-98CF-4497-AC9F-7F11FC58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512653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1C8234-E1B2-4F7D-AA7F-40773123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DD58A-223E-4B79-B0CE-6D1FC4E1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34BA5-27CF-4DFA-8A85-74BFFFB2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67AAEA-913A-488F-B1EE-C3EBBDE6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1B487-8379-4E54-A9DA-92D79100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C186E-1637-4211-9208-7BB6779E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9D57AA-C656-4734-9621-9B19BE2B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8A139-403C-45D2-9CEB-A1FE2C45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4DFE6C-27C7-44F8-87C7-C0AD7F84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06E4FB-6D89-44B4-9E69-4AFB76D1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1,135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9A26B4-22EE-45EA-949B-8E5161EC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C7EDD-2672-42EA-9D86-CAFF2644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8B7189-1E14-4C84-A8FB-DE8077F4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2146F3-36C6-4F6E-99DC-72DFB072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AEBD40-074C-40C8-9634-4DF7C556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336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320E3-9502-46DB-B5E8-7439CDAC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768100-7D16-4358-9E8B-FA28763C8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B179B-FF89-445D-A5C3-EEDBB055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C6118F-F89F-448D-BAB4-C045BD80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680D3B-C247-44CE-8576-4E53E678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655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7C93BA-5D84-4D37-865D-1E66A7B9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D10826-BAE8-455E-B655-26EDEFB0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FCA5C0-C575-4687-A46E-EAAA5429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17 AUG 2026 · waters-ci-20260817124300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6A9131-B357-4F1B-ADE1-8ECCB011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271334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56F7E4-8B86-444D-89D9-B3850D5A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EFA815-931F-4FE6-8B2E-1BAE6E22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A934B4-040A-4D32-9B3A-41862F21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FD659-7DCA-4AB9-8508-46DE2624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B579A-E33B-48A5-93B1-9B92B8A2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C4A1A-F048-4A94-939D-5A0F0EB6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03075-75FC-47A7-A356-39723158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5D76C-6037-439A-8C2E-3F7388D5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039203-2420-4CBE-BC01-73BB1397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64C584-D687-4E9A-A0B1-F6B8071C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336 records from the canonical PubMed query.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41166-717D-4D34-8C21-23AD4C2E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908071-D6DD-4B79-92C2-D8172937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555971-2212-4EFD-BE9E-5EBC2B9E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F36D55-BC4D-43BA-AC25-17110EBB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2E4770-D0EA-42F5-A9E1-8D762311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13B2F3-EF41-4BBB-8202-75AFA698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 from Agilent's official release.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7EDFF-1B88-4774-BB11-8D95A73F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28EC4-D6FF-4C3C-A1FE-CB12B8FA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E6FF9E-E5BE-40CC-8B11-19953F05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3F2FAF-3CCF-435B-8E3D-86B15514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CD94B3-E2BA-4B5A-B73F-FBC1C2B6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279F59-BCFE-4BF4-868C-5ECAF80E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recurrence requires internal field validation.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888E17-3B3C-4109-B7DF-CEF92142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D5314F-2BC6-43E2-9642-59813168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29A7F3-58D4-41C2-9166-C0612DF1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1D0CF-E355-4D20-A432-4BE707BF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300784-2781-48C1-83F6-5C6107E3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F1019A-6648-4396-B544-5A1E7E69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58DD3F-2C15-4D8B-95A5-0F01BAA7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157395-DB6D-4E9B-BED4-2578B192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02D834-C296-4383-9E84-99E329AA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0FFB8C-EDCE-4469-A431-B50B3032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3A9DC7-F565-427F-9B6B-2075F5D9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0F1241-2781-42F9-BD7D-F9103BE4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 from the event site.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964E61-1AC0-4FC5-9F89-45757FB1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17 AUG 2026 · waters-ci-20260817124300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B705F1-0095-4FED-8631-421BC462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061200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C58079-E60A-42BB-963C-A7299855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CF73F5-20FE-4A79-9D02-ACFFB8A5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CB3EB-C6FB-43B7-BDE9-5C115EC6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16FE5-BAC0-4A06-8B7E-CB5F69D0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43C41-756A-48CF-9A36-83F04871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DE794-8B4A-4637-8757-ECBDE29A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B79A4C-A07B-4364-A1F8-49ED2DE7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C25C05-E85B-44AC-B129-07B16BE8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647CDA-1239-47B4-89BA-FC38B04A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86CFD1-A653-45BF-9DD3-5959B856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754B50-91E6-48B2-BB17-DCCCC5FB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364B4A-5DF0-41FC-913C-E1A740B3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3FF07D-ADF4-467D-BBA7-88367878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012EB-678C-4F30-9270-745F9449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34A706-A6B4-4B65-BE77-B4396C1A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44671E-DAF4-499F-A269-23C3638C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5A82A-25E7-4DC5-8574-ACF40C66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CC4ACE-F0F1-4235-819B-FACF0A67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3F08B-FF4C-44CC-A429-3664DB70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F565E-674B-43BE-9503-7968C28E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EAC7E5-1AEF-4B53-B10B-1E92AFF7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6D1C91-8F83-4648-8D96-D93E2D1C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EB3929-CEB0-491B-A6C1-8B6173BB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A88D4E-99F8-4403-8924-509C30D9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014D38-AAE4-4BE7-B177-68F51429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7CAC8D-72FA-4B5F-9154-36AF2174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6F11E1-99E9-49E2-B0C0-3A8216D3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 product page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C260FF-4233-44F8-B3E3-E25B6AE0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positioning.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DA6921-EB77-4230-95E9-29D50B40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17 AUG 2026 · waters-ci-20260817124300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F6AB50-8C44-461F-AA7E-23A67E4A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65919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9C8950-9865-42A3-96F1-5F848F85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CD1398-25E5-47D6-BA6B-C45DF138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D4FAB-6480-4678-B7C6-8FF54D56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D1BEC-5A63-498D-8179-FE69F46D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2FB7E-A34E-4C22-A9CC-74AEFD11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97101-95F6-4D6E-BA7D-AFE51AE0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5EEDC-A43E-414D-A7DF-21F16E1D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B2B777-80D4-41F1-93EB-31669CEA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06EF6E-9652-488E-A181-31D9D43F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3EBC39-EC57-4BA6-924B-63EB46ED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051100-A267-4EFC-AA17-311F679A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1332D-CFA3-44BE-AAAE-03EDDD9B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1C9F33-8C36-4446-BCA6-CE16F80E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07275-1297-4657-A620-F30BCD67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7D4055-AE73-406B-B2E8-F7E10BF0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17 AUG 2026 · waters-ci-20260817124300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46575A-8AD3-4279-8EEB-A95E64FF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701836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905E1F-3F0D-4B1F-9E7A-F69479FC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D1DDE9-7867-4E6A-9443-0BA13BF0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8F465-44C4-4E15-86FC-43559861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evidence-priority score compares application activity, competitor activity, and source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ED25A-DC59-4AE9-B610-035B750D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2DC1C-A849-4879-9850-AB2E8B88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08680-86CB-4B76-B71A-6497DF3E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B2633-6171-429A-B671-94A379B5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912350-AE98-4360-A45E-07C26D03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43E8C-8685-4C61-9F3E-DEEA7C7C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6E242-CBA9-4ADA-82F6-4A60D55F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A5148-010A-42CE-B073-E854CA2B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5C520-B1FA-4FDB-BB39-CAF82FE6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9918DF-385F-4631-A6EC-F96997DC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D3F4F7-C97A-43DA-B357-09C70746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55579-DCB3-4925-9073-6BA76C93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DE3699-F50A-4BBE-8507-38F9241F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E1A941-A345-4FCB-9450-90370D34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8AEDB-5D65-48AC-895F-09050790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FBFA17-036F-4C0C-868F-53C970F2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63/100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76FB24-76AC-488E-820A-5443825E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007361-CD55-42F1-8947-151C8A1F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EA0409-2A30-46F8-9DEA-714284DE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1B0F15-440B-405B-854F-8A4076F7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48220B-D21A-4F1C-AFE3-D18183FA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71C23-9CF4-4E55-A595-2B035A2C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7DA4B2-BBFD-49FC-94FE-E9E314C6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D6D66A-72AC-4290-9F29-9AA00C36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A1D521-038F-439F-8B17-41F4863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6C7554-7F58-4BD5-A851-1A2F28EF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58/100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3C456A-91D8-48AE-A1B5-0D5248B5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09FC5F-B64B-4092-9FC2-DEA474B7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835A3D-2FAB-4BED-AD2B-9F93861B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4B9436-1CD5-48BE-B656-9832E710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75FAA4-0945-45B0-AA0A-36FD58A1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24EB8A-5291-4D3C-84E3-DAF06505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17 AUG 2026 · waters-ci-20260817124300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89469E-7B67-45D3-BF21-E6FB08C6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133612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5D1DBC-CC69-49A5-ACBE-83765373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32293-978B-4ACF-9522-23D8CF96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FAB36-286C-43E8-BED4-A8702875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Sequence evidence gates around the next roadmap review without inventing calendar commitments.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03FEB9-603D-4559-99A4-A45FA114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B0DD43-66F2-459C-A383-0B41E5C5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637327-1BB6-41F8-BAC2-6B4E2B89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75C65E-B624-4E6F-9FC3-E3849084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GATE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335A7-89C8-4DAE-ABF4-712C7904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535FFF-B8B4-49BF-B722-68480869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14146-C5B8-4DB3-B9E1-08104438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08A2F-1D95-448A-980B-F9E4024B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24ED1F-505F-4E6C-B9AB-97684E72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693ABC-1835-49A8-B6D1-15F7CEC4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7CADEB-BB32-41DA-91E8-6E9E3958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DBC4F-D190-41F0-BABC-D489D878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05424-FA27-4751-9AAB-7FB86C98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8977B3-EAF8-4648-B276-4D71A5A2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14C177-40D9-478D-A636-9F88C64E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AD52BD-8C5F-4110-9D55-312B7929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12A31A-A36E-4EA5-ABCD-FF7967C7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A761BC-5F5D-4F8A-89BC-F9FC5D26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3E9BA3-0993-4DDB-A182-04065E51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1FFB8C-5645-46DB-900B-58F08F58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A4AE52-BCD0-40CB-94DC-5FF0B9E9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17 AUG 2026 · waters-ci-20260817124300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B27A01-F313-41E0-B36E-5D5FE3A8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862640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C858C8-8156-46AF-B1D9-F10053F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F146B2-0137-4D13-A458-94AFF199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C53B60-EDF8-44D8-8D6E-0845D1D5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27110-A4D4-4D8B-A7FC-A62918B0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BC3547-C419-4EBF-AF65-512D926C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C3E8DB-B3A9-401E-A3E2-B9CEAF7E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2535E-FD8A-48D2-A4C1-E72241BC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hlinkClick xmlns:r="http://schemas.openxmlformats.org/officeDocument/2006/relationships" xmlns:a="http://schemas.openxmlformats.org/drawingml/2006/main" r:id="R4dc2a76046144483"/>
            <a:extLst xmlns:a="http://schemas.openxmlformats.org/drawingml/2006/main">
              <a:ext uri="{FF2B5EF4-FFF2-40B4-BE49-F238E27FC236}">
                <a16:creationId xmlns:a16="http://schemas.microsoft.com/office/drawing/2014/main" id="{F126D89D-DC51-409C-A32E-0C438837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14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https://pubmed.ncbi.nlm.nih.gov/?term=%28%28PFAS+OR+%22per-+and+polyfluoroalkyl%22%29+AND+%28%22LC-MS%22+OR+%22LC-MS%2FMS%22+OR+chromatography%29%29+AND+%28%222025%2F08%2F17%22%5BDate+-+Publication%5D+%3A+%222026%2F08%2F17%22%5BDate+-+Publication%5D%29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3820AF-56B6-472D-94FF-F730819F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3F82C-3D81-46A2-90F1-6D209C2A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19665-FE66-4499-A93B-6C48E700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42DB96-4965-42B8-9CF0-967C5D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hlinkClick xmlns:r="http://schemas.openxmlformats.org/officeDocument/2006/relationships" xmlns:a="http://schemas.openxmlformats.org/drawingml/2006/main" r:id="R86858532b1b84cd8"/>
            <a:extLst xmlns:a="http://schemas.openxmlformats.org/drawingml/2006/main">
              <a:ext uri="{FF2B5EF4-FFF2-40B4-BE49-F238E27FC236}">
                <a16:creationId xmlns:a16="http://schemas.microsoft.com/office/drawing/2014/main" id="{7CF24DAA-98ED-486A-BBBB-750E1E56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5E7327-7C61-488A-8D71-17BA8A97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07DC36-A542-4392-B0EF-A4CF7189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E9C14-63AB-418E-BACB-755287AF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EB48B5-8CDB-42F0-8A2E-281D387B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hlinkClick xmlns:r="http://schemas.openxmlformats.org/officeDocument/2006/relationships" xmlns:a="http://schemas.openxmlformats.org/drawingml/2006/main" r:id="R2d2e81e6d61741ef"/>
            <a:extLst xmlns:a="http://schemas.openxmlformats.org/drawingml/2006/main">
              <a:ext uri="{FF2B5EF4-FFF2-40B4-BE49-F238E27FC236}">
                <a16:creationId xmlns:a16="http://schemas.microsoft.com/office/drawing/2014/main" id="{683698E7-1075-466E-902D-01315068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https://www.sec.gov/Archives/edgar/data/1090872/000109087226000055/a-20260430.htm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1F5203-CB11-45A1-9FCB-3B2E4CBF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29C9D9-81C9-4BBA-9DFB-843BBC34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A26E1E-D621-44D0-B118-CF52A977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F932E9-665A-456E-B3D5-2DFD6B07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hlinkClick xmlns:r="http://schemas.openxmlformats.org/officeDocument/2006/relationships" xmlns:a="http://schemas.openxmlformats.org/drawingml/2006/main" r:id="R30d64dfb53c84636"/>
            <a:extLst xmlns:a="http://schemas.openxmlformats.org/drawingml/2006/main">
              <a:ext uri="{FF2B5EF4-FFF2-40B4-BE49-F238E27FC236}">
                <a16:creationId xmlns:a16="http://schemas.microsoft.com/office/drawing/2014/main" id="{76CDAD7B-5EC0-424B-8925-65685A71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726ABD-C512-45DC-BB4A-80303E5D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DC2B00-8641-4E28-A8FE-8400E21F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42D708-3CA9-411D-80C8-C5DF5729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3F832C-3784-4E33-BC21-F71416DA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hlinkClick xmlns:r="http://schemas.openxmlformats.org/officeDocument/2006/relationships" xmlns:a="http://schemas.openxmlformats.org/drawingml/2006/main" r:id="Rf3cfe9ea83a2499d"/>
            <a:extLst xmlns:a="http://schemas.openxmlformats.org/drawingml/2006/main">
              <a:ext uri="{FF2B5EF4-FFF2-40B4-BE49-F238E27FC236}">
                <a16:creationId xmlns:a16="http://schemas.microsoft.com/office/drawing/2014/main" id="{5848CDEA-B095-4F10-ABAF-1A5C85DF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30B46-6D0F-4D7C-9042-93CE74FF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C2CB32-5A0F-45BF-8FD9-F82150DB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2B78DE-7684-40B0-8BF4-5F04316B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C45C86-BC00-4E7C-9A44-D398FEF9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hlinkClick xmlns:r="http://schemas.openxmlformats.org/officeDocument/2006/relationships" xmlns:a="http://schemas.openxmlformats.org/drawingml/2006/main" r:id="R4015d6f821aa4e23"/>
            <a:extLst xmlns:a="http://schemas.openxmlformats.org/drawingml/2006/main">
              <a:ext uri="{FF2B5EF4-FFF2-40B4-BE49-F238E27FC236}">
                <a16:creationId xmlns:a16="http://schemas.microsoft.com/office/drawing/2014/main" id="{8E348F2B-8E70-443B-BDF4-6FDED283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F1C259-A794-4AAF-810C-865E4997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466B1F-5A32-4DF7-943F-9C230C82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waters-ci-20260817124300 · As of 2026-08-17T12:43:00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1FDF5F-F33D-4937-9CE5-C9EA2812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17 AUG 2026 · waters-ci-20260817124300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E83AA7-E29A-4BB1-A959-2C86AF2C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00017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2026-08-17T16:49:34.4480000Z</dcterms:created>
  <dcterms:modified xsi:type="dcterms:W3CDTF">2026-08-17T16:49:34.4480000Z</dcterms:modified>
</coreProperties>
</file>