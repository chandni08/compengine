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b1b36d67794cd1" /><Relationship Type="http://schemas.openxmlformats.org/officeDocument/2006/relationships/extended-properties" Target="/docProps/app.xml" Id="R3ee225e414224e87" /><Relationship Type="http://schemas.openxmlformats.org/officeDocument/2006/relationships/officeDocument" Target="/ppt/presentation.xml" Id="R52bffbea9339440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3d453a8e084b57"/>
  </p:sldMasterIdLst>
  <p:notesMasterIdLst>
    <p:notesMasterId xmlns:r="http://schemas.openxmlformats.org/officeDocument/2006/relationships" r:id="Rfef0cc9f24634116"/>
  </p:notesMasterIdLst>
  <p:sldIdLst>
    <p:sldId xmlns:r="http://schemas.openxmlformats.org/officeDocument/2006/relationships" id="256" r:id="R847ec8f384b34a87"/>
    <p:sldId xmlns:r="http://schemas.openxmlformats.org/officeDocument/2006/relationships" id="257" r:id="R31b8cedf4d8d4842"/>
    <p:sldId xmlns:r="http://schemas.openxmlformats.org/officeDocument/2006/relationships" id="258" r:id="Ra3944317391f4e5f"/>
    <p:sldId xmlns:r="http://schemas.openxmlformats.org/officeDocument/2006/relationships" id="259" r:id="R59c8e7d7641b4749"/>
    <p:sldId xmlns:r="http://schemas.openxmlformats.org/officeDocument/2006/relationships" id="260" r:id="Ra3965418dbd24493"/>
    <p:sldId xmlns:r="http://schemas.openxmlformats.org/officeDocument/2006/relationships" id="261" r:id="Rc9d62ac7bbc449c0"/>
    <p:sldId xmlns:r="http://schemas.openxmlformats.org/officeDocument/2006/relationships" id="262" r:id="R6473b7e016634b86"/>
    <p:sldId xmlns:r="http://schemas.openxmlformats.org/officeDocument/2006/relationships" id="263" r:id="R41a544f81b2d48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017035f58a4905" /><Relationship Type="http://schemas.openxmlformats.org/officeDocument/2006/relationships/slideMaster" Target="/ppt/slideMasters/slideMaster1.xml" Id="R183d453a8e084b57" /><Relationship Type="http://schemas.openxmlformats.org/officeDocument/2006/relationships/notesMaster" Target="/ppt/notesMasters/notesMaster1.xml" Id="Rfef0cc9f24634116" /><Relationship Type="http://schemas.openxmlformats.org/officeDocument/2006/relationships/presProps" Target="/ppt/presProps.xml" Id="R5f7cccfc792e4656" /><Relationship Type="http://schemas.openxmlformats.org/officeDocument/2006/relationships/tableStyles" Target="/ppt/tableStyles.xml" Id="R476c564039904e55" /><Relationship Type="http://schemas.openxmlformats.org/officeDocument/2006/relationships/slide" Target="/ppt/slides/slide1.xml" Id="R847ec8f384b34a87" /><Relationship Type="http://schemas.openxmlformats.org/officeDocument/2006/relationships/slide" Target="/ppt/slides/slide2.xml" Id="R31b8cedf4d8d4842" /><Relationship Type="http://schemas.openxmlformats.org/officeDocument/2006/relationships/slide" Target="/ppt/slides/slide3.xml" Id="Ra3944317391f4e5f" /><Relationship Type="http://schemas.openxmlformats.org/officeDocument/2006/relationships/slide" Target="/ppt/slides/slide4.xml" Id="R59c8e7d7641b4749" /><Relationship Type="http://schemas.openxmlformats.org/officeDocument/2006/relationships/slide" Target="/ppt/slides/slide5.xml" Id="Ra3965418dbd24493" /><Relationship Type="http://schemas.openxmlformats.org/officeDocument/2006/relationships/slide" Target="/ppt/slides/slide6.xml" Id="Rc9d62ac7bbc449c0" /><Relationship Type="http://schemas.openxmlformats.org/officeDocument/2006/relationships/slide" Target="/ppt/slides/slide7.xml" Id="R6473b7e016634b86" /><Relationship Type="http://schemas.openxmlformats.org/officeDocument/2006/relationships/slide" Target="/ppt/slides/slide8.xml" Id="R41a544f81b2d48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b4ac24b20947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a8e5c3886143a2" /><Relationship Type="http://schemas.openxmlformats.org/officeDocument/2006/relationships/notesMaster" Target="/ppt/notesMasters/notesMaster1.xml" Id="Rccfb55ea27a24f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f5dfb2067c4d9c" /><Relationship Type="http://schemas.openxmlformats.org/officeDocument/2006/relationships/notesMaster" Target="/ppt/notesMasters/notesMaster1.xml" Id="Ra1690026dd9149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b5523176b1247b6" /><Relationship Type="http://schemas.openxmlformats.org/officeDocument/2006/relationships/notesMaster" Target="/ppt/notesMasters/notesMaster1.xml" Id="R0102fd0adf96438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e5ac5359f64ed9" /><Relationship Type="http://schemas.openxmlformats.org/officeDocument/2006/relationships/notesMaster" Target="/ppt/notesMasters/notesMaster1.xml" Id="R12ae0fb99e8e41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5e750ef6204152" /><Relationship Type="http://schemas.openxmlformats.org/officeDocument/2006/relationships/notesMaster" Target="/ppt/notesMasters/notesMaster1.xml" Id="R54ab7b4d0a9b47c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dcff9be3f741a3" /><Relationship Type="http://schemas.openxmlformats.org/officeDocument/2006/relationships/notesMaster" Target="/ppt/notesMasters/notesMaster1.xml" Id="R8f534cd9d4fc437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137f6d97ea4f6d" /><Relationship Type="http://schemas.openxmlformats.org/officeDocument/2006/relationships/notesMaster" Target="/ppt/notesMasters/notesMaster1.xml" Id="R4ce0ed36265e496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8d46befc6ea4bdb" /><Relationship Type="http://schemas.openxmlformats.org/officeDocument/2006/relationships/notesMaster" Target="/ppt/notesMasters/notesMaster1.xml" Id="Re0d961d49a2740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cd8f679cc748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e2d938fd224f38" /><Relationship Type="http://schemas.openxmlformats.org/officeDocument/2006/relationships/slideLayout" Target="/ppt/slideLayouts/slideLayout1.xml" Id="R274da41e09fa49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4da41e09fa49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75b70b4a9421c" /><Relationship Type="http://schemas.openxmlformats.org/officeDocument/2006/relationships/notesSlide" Target="/ppt/notesSlides/notesSlide1.xml" Id="R5852486959644e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a453e8f6d44c0" /><Relationship Type="http://schemas.openxmlformats.org/officeDocument/2006/relationships/notesSlide" Target="/ppt/notesSlides/notesSlide2.xml" Id="Rcae508db32db48e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e7a16b21024f33" /><Relationship Type="http://schemas.openxmlformats.org/officeDocument/2006/relationships/notesSlide" Target="/ppt/notesSlides/notesSlide3.xml" Id="R173234eaebae40b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19520c112845b1" /><Relationship Type="http://schemas.openxmlformats.org/officeDocument/2006/relationships/notesSlide" Target="/ppt/notesSlides/notesSlide4.xml" Id="R7772d6b8e47847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c9038513aa410c" /><Relationship Type="http://schemas.openxmlformats.org/officeDocument/2006/relationships/notesSlide" Target="/ppt/notesSlides/notesSlide5.xml" Id="R1adaefdfce4d4a4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3b70723be04b6f" /><Relationship Type="http://schemas.openxmlformats.org/officeDocument/2006/relationships/notesSlide" Target="/ppt/notesSlides/notesSlide6.xml" Id="R3cd2c87ab5f04f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ceb1261eb4094" /><Relationship Type="http://schemas.openxmlformats.org/officeDocument/2006/relationships/notesSlide" Target="/ppt/notesSlides/notesSlide7.xml" Id="R32c00d11d71741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9194707b34855" /><Relationship Type="http://schemas.openxmlformats.org/officeDocument/2006/relationships/notesSlide" Target="/ppt/notesSlides/notesSlide8.xml" Id="R66074fdca55547f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9AFCB-E6BF-4DC1-A4B7-6C4179FF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FFE6CE-F20E-484B-AB50-5D697591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58DA5-926F-4C1C-82DF-9105F2DF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6CE11F-D79D-4788-80D3-7F9446D82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72779E-254B-4357-B4F7-DEF1E17C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9BE95-29D2-4534-9741-EA3E8745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0FA8D7-522B-4B81-91AB-79171E6A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A0AAD4-1369-498F-8B7B-1F5AAF10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A54974-DD69-45FA-8C5B-0EDD38316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JUL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F33280-9E0E-4AE5-AE3B-480D41AC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53C29-7743-4994-B67F-F8434670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46EEA9-D6E6-40D5-860C-C78E9ED2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waters-ci-20260728-202611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603B8-3180-40C0-BBB7-215D117BC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022129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585B61-5D59-4A00-85C4-44701D9D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B876C-D1EF-4678-8029-1150AE4F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execution is becoming part of product competition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96D71C-C960-4BFC-98AF-DD990950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F92006-12E9-4517-AE90-E2FB22E6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2437B-3D61-4F1F-8D73-3F6B564A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DF1EE0-95CF-4FB0-9720-6C7B654FA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6A967-E12A-4821-B2CE-94EB239BC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ECC2BA-7E97-4ADF-867E-7383C6C93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5E1DEB-007E-4002-A3EE-987008B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290B26-2048-496A-A830-75EEA6D5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EE6876-969E-4E49-89D2-C5BD5982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C6A1FE-F3D1-4BA0-AB37-2063109F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4AEA9-74E2-4925-B8C2-00B217D2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71BFC7-6CFE-4572-9260-E64EF43C2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FDB6C1-CF81-476E-BCD4-A4265C539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335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B762C6-1471-4D45-A4DD-4AC25F63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013F9B-20A3-47ED-90B7-8D086C85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951BF4-754C-462E-95BC-0515DCE9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299480-0527-4837-B5F9-9445A8E66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DC6A81-9234-4074-A66E-1A1D19E7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659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1EBDB0-121D-4218-A1F6-FCAFA1573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802759-028F-48BF-9768-DEE46C5A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AD234D-7D10-493A-9481-A51F44538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86400"/>
            <a:ext cx="1116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Waters business exposure remains UNQUANTIFIED pending installed-base, pipeline, win/loss, and engineering-effort evidence.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4DA1FF-BCC7-400A-BEE9-362424F20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6DB26A-61F6-403D-ADC8-7EA4794A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334897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A7855B-0EAB-4578-9A0A-CFA1323E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EF917C-BAA8-411A-9F2D-E5DC990C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676A3D-BEEF-4FC4-964D-4282C9AC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B2F4FF-6D98-4092-A346-706D91F5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D56ED0-69EB-4836-A9D0-EEB2AA71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3F1AA6-3EE6-41F0-8594-A9C8B3F3C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7ABAC0-6371-4133-9A27-E92F7CC3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A7F785-3812-4A39-9230-C41386A3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6506CD-99DD-4735-9AA1-C67D4F77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B6D270-DB34-4319-8452-54932B71E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335 records; Waters exposure unquantified.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BACE2F-8CDE-432C-B43A-0EE358CE7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32EC9-600B-4111-80E2-8D03DC8D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EA6332-F15C-4B0B-8E16-41D677670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7E55A3-3170-42D4-AB05-71176B9C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C2E72A-7D1C-4A93-A2BC-C2F4A20C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74179F-D715-4FBA-A7FC-FB98AFA7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evidence; Waters exposure unquantified.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DFC3C2-756F-468F-86AF-4206906E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5C927-4E66-4EB0-B63E-67D3F509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C46823-565B-4F2E-8E8F-636B3615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0CFD9F-E9B1-4F43-93FC-444CA804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ACC109-958D-4D4A-B2CF-4D878380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EA8762-DC91-4DD1-A1D3-D24AFF51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evidence is directional; recurrence and business impact are unquantified.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7F9383-B07B-4478-A2EC-C1F38949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C35EDD-6A1F-457B-846F-57CCD27C8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22150E-9737-421A-9ED1-F49B3E99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2669B8-A058-42FE-B54C-7A666F4C0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67D8C1-3BAF-4B03-859B-8EEED6FC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85253F-155C-4269-94A7-A62F7B69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018157-814E-4812-82EA-B4F09886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ED1219-0176-4986-8424-245238D1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F00885-16DB-4BC8-A0F6-15391B61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C5419B-67E9-43FB-9BAA-2061A7C2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2348E9-98D2-47B6-ACE1-034D5B311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D8A1DF2-1B29-484A-ACC9-EC9491732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facts; Waters exposure unquantified.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8B2F54B-3D11-4077-BBED-D5DC3BCF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2FCCAB8-0432-473D-8773-08F393B73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466364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1C5A3A6-F205-47FA-B16A-494343CC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DB96F-506F-42A2-8F57-4E4330ED7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8DDA13-2D1B-45EA-BF52-12E5A86C0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050AA7-2A7F-49D2-8859-CBAB211B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EA421-1AF1-4DEC-A82B-084B16F3B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356B46-6CBD-4A82-BAB8-C2142BC9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89729-5F94-4199-BEBD-EE80A3062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154C06-6F7D-4AD2-9BB1-97D5A9E8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726505-AA02-4F51-AFF8-2C40E05F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71EEA-BB47-4B6A-A739-0A3DAC5D4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69F582-01FA-4531-BB6B-11DBF8CD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F3C48D-2265-4100-8A3F-7C49C805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684016-4677-4DA0-BA0C-F616F980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C32006-06D9-489B-BF22-9CC5FE11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F93EE0-F23B-400E-B635-4DC8D514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856506-5C75-474A-9D6C-9A0CCE7CC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72FCD2-0ACB-46BE-AD49-1059C6C4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E44059-B3E8-4760-99AE-06A013F1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DD2FEF-2B3B-4B95-BDBE-689EC7D3B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BA0D46-AD31-4B75-826A-0EB98556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94F495-FE7A-471D-9C78-508E0FED6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500D24-A855-4AE0-9738-CC47D9F7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DEEC2C-A6A4-4524-8076-F539EB68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4489B1-FEA1-45F3-8B6C-C383ECFE4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5BBDF4-19B5-4E94-ACC6-6B8C7AED7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A6B6DD-1B1A-4296-A385-DB551717B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29 Jun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AFBFC-93CC-4344-86AB-63B36F529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D3E7FAB-2340-4B85-8F85-06695C58F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refresh.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9D2344-00B6-4DC6-9DDE-31168390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3DC1DB-CEF5-4DF6-8D14-7D6A83C54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104882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8AC1D7-78E2-4C4D-AD1B-331C67DEC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CAC666-F00A-4976-8CB6-C9786957E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6D0648-0D46-47C8-A98A-853D5AFE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702164-49FE-4DA4-9548-8089B8961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FAA135-A313-4962-8E95-9D2D1E776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58EC7-3C78-412B-811B-936FDEF0B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E2A1C0-53A7-4D97-BFB8-52B2ABFA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FB82EF-F459-4D47-90F3-595E4F57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C9D59-0510-4F6F-A1D6-F8114D105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44DF10-8DFE-4A0C-AA99-417CB2D9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88368-DCD7-4AFF-95C0-146DC69A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4EA54-BF8F-448C-8DBA-714BD8C8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4B11FD-BE19-4502-8F73-ACD63637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3DF4AF-6728-402F-96E3-9F95BE84A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244797-2F6A-4CF9-816F-94D5E73D1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57800"/>
            <a:ext cx="561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Business impact: UNQUANTIFIED — installed-base, pipeline, field recurrence and effort are required.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C5335-0FA9-42AD-985C-BF18D577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4011A1-02A4-4F71-BDE7-A47FEDC5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952214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F9D7446-4171-4989-9C5E-EE66E111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9092D7-FBC6-4448-9D32-DF2E1EE2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287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evidence-prioritized; business impact is unquantified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217B40-877B-428B-8119-4D248871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No precise 0–100 score is shown while Waters exposure, customer value, or engineering effort is missing.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C6C9AF-E6F6-4934-B923-1D6E224A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1694B1-1B11-4F56-BEC6-FAFFED6A9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C5A606-30B2-4537-B317-57E85D060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0F1D26-2156-4BA7-BC99-68BC02D80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DUE AUGUST 7,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00C17F-8CB7-48FB-BD9D-356C0BD9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 PRIORITY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4A873E-839C-44DD-B0D9-1EB7FA039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Medium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8AB4E7-C3A3-4734-A6FC-21B2C88B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BUSINESS IMPACT · UNQUANTIFIED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7A3C4C-D8EE-4D66-9DD4-93153E84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0A0552-926C-4096-9842-A7AEC2382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6720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606E94-0BC6-48CE-93D4-542F7DE2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00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A06EA8-C91E-487E-BD2F-FE8752546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C6D186-BD8E-4145-A958-FA22B139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Choose build, package existing capability, reposition, partner, monitor, or stop for a PFAS-ready regulated quantitation 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BC83E0-4C13-44A7-A96A-DD311A36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39EFBD-5DE2-437F-8AD8-516F9B72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E8140C-1B07-411D-AE94-7EB1F30A8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DUE AUGUST 14, 2026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C19CE8-497C-4093-816C-A92288C4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 PRIORITY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1C4B1D-261A-4F4E-85C1-36CCB66F3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5ADE40-9B63-42DD-9653-C3E27161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27660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BUSINESS IMPACT · UNQUANTIFIED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392CA8-7045-49FC-B0FD-7F664737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571875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5DADA-1ECB-4B33-8797-7F908D18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6720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A2B6FF-EA7D-481E-B6AC-3B07E32F2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4100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BA4D2D-349C-4131-BF49-87C525FF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0535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0920408-5466-4337-88FA-12F59EB8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93395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24567D-5A30-40E0-8853-C21B0A3C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30B3C4-19C4-47BB-B629-35BAA080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BD05E1-3640-4CF2-AA6E-277F1B6AE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DUE AUGUST 21, 2026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345F2D-B54A-40CC-85CA-ED8B1C4F1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 PRIORITY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58A234-B406-4B09-B6B4-B1C12086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Medium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F2D95-AD04-4765-A003-BA5EC00B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76600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A3A4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A3A42"/>
                </a:solidFill>
                <a:latin typeface="Aptos"/>
                <a:ea typeface="Aptos"/>
                <a:cs typeface="Aptos"/>
              </a:rPr>
              <a:t>BUSINESS IMPACT · UNQUANTIFIED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728172-6368-4C51-8D31-5F803C061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71875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0A3D1FE-C8A6-4128-AC92-9053D633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6720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75B53B-05C1-4777-8038-E94CF1FD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98E374-65C1-4E94-978C-96EF7257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0535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2E8D12-8D9D-42DF-9E9B-492BE08E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93395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Choose package existing capability, build, partner, monitor, or stop for an oligonucleotide method-readiness offer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032ECC0-2D6F-47F0-95CF-4EC6DF87C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F310EEF-44B9-4AB7-9F9E-7C88F109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008413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E76A774-F841-4B43-B163-1725E330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B6B475-FEB6-4A91-8970-B91420A4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802DF4-9974-4A52-B77B-609590057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Use the next 30 days to sequence dated deliverables around the conference moment.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EB004-51F5-41EC-9DC9-5CFB9DF7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333245-D417-4DF2-89C5-3A555FF41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283222-8639-4226-A40D-3B5411D93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C013FA-3837-4AC2-A643-471747AC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07 AUG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CF179F-7F1B-4C3E-88F8-7DDF0908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44DC2B-3C43-4D6D-A590-5EDC9630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47C76-5D93-47C3-BFC3-AAF72ACD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4DD64D-2FCD-46CD-B1C5-240CE01A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10 AUG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5C3949-D678-4E88-8468-0E0B23CB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C4E92-6DFE-4D9B-8B0D-F1D92569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C45A45-5506-4891-8387-23369003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3C5E42-607D-427D-8978-15F8BB4F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14 AUG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4EB117-7E01-4898-837C-C4EBF9DC3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6486E4-F4F2-4DBF-9012-97FA000E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C6FACC-C178-47C2-A1D5-B03E383F1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2C1A7B-FD5C-498F-9777-196753142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21 AUG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01D66F-F1EC-4199-AE5E-C42A943B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0074B3-EA2C-4CD6-A8A7-8EAEFA58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59550-1C2C-4295-A1E4-84912911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7ADED6-554D-4841-A855-E57388ADF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AF3594-1CA7-4037-8EB7-399C4839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EAA201-A96F-4C61-8C64-FC57C19E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041240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806CC8-8E7B-45F9-A31A-F4B2965E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1EC8E3-24F6-411E-8652-FE4CFD07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595D1F-582F-4F52-BE68-E296D7C0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DE617-6135-4E05-9234-2B81D3342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7A1ADE-17E1-419F-8BC3-13D166F4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0932E2-FCDB-4CF3-8E38-B7FE4FA0A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3D9CD0-91A4-4490-87B9-24F2A842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535178-8899-4D31-909E-D578638C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2018A6-0C2A-48B3-BF7A-58CFFFE1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4365B5-DD94-42D1-A624-EDF87DCD1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866B8C-8252-4B8B-8239-87805034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3C4A6-E1DF-4901-8E17-7B2B4F4B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D745B0-3C91-449E-8C5A-03B68181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289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21434C-DAF6-41A8-AABC-C77E7024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9F2493-A663-499E-9540-387C90D0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CFB1B8-D3DF-4FB8-BB95-DDEFB75B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EA366B-1A00-4FA7-A294-E60706AA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436DC-2BA4-45DC-80C6-B06E8C37D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https://www.sec.gov/edgar/browse/?CIK=1090872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F65EFF-E852-4C4F-8A1F-193D71666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04501-80C8-43B0-9301-32B6087B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90DA2C-1B9E-4CB9-BC9C-D55534560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CFA19D-43BD-4AFD-A256-59E00F70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87B592-7B7E-4B86-93C1-B652960F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EADDB3-7E06-48BA-90A5-E36B16D6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988BEF-FAD8-493F-8552-03E94BA5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59AE16-F1F9-45D9-9018-2B4A4F7F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350A5D-6703-4FCA-A97C-8E592DD0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5F38CE-29AC-4046-8C10-746E454B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7381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86B119-2CA3-4CA3-9F94-22E71A0C6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1ED9E4-0774-4B4B-926E-294A7BF2B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6338849-6D7D-4B57-89DD-97DEBB33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CE78E12-4C96-48B4-BDFE-D8BA04ED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88E4BF-C59C-473A-95AD-C0972E49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1A36BA-B471-4C00-87FD-76B77C24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2F8091-6752-4D52-BF1C-D78DDAB4F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waters-ci-20260728-202611 · As of 2026-07-28T20:26:11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A8A39C-3783-4662-AC23-B61A35BE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28 JUL 2026 · waters-ci-20260728-202611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81FA72-6B10-4070-B9B7-5675CA635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178112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2026-07-30T01:54:10.4760000Z</dcterms:created>
  <dcterms:modified xsi:type="dcterms:W3CDTF">2026-07-30T01:54:10.4760000Z</dcterms:modified>
</coreProperties>
</file>